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맑은 고딕" panose="020B0503020000020004" pitchFamily="34" charset="-127"/>
      <p:regular r:id="rId15"/>
      <p:bold r:id="rId16"/>
    </p:embeddedFont>
    <p:embeddedFont>
      <p:font typeface="나눔스퀘어 네오 Bold" pitchFamily="2" charset="-127"/>
      <p:bold r:id="rId17"/>
    </p:embeddedFont>
    <p:embeddedFont>
      <p:font typeface="나눔스퀘어 네오 ExtraBold" pitchFamily="2" charset="-127"/>
      <p:bold r:id="rId18"/>
    </p:embeddedFont>
    <p:embeddedFont>
      <p:font typeface="나눔스퀘어 네오 Heavy" pitchFamily="2" charset="-127"/>
      <p:bold r:id="rId19"/>
    </p:embeddedFont>
    <p:embeddedFont>
      <p:font typeface="나눔스퀘어 네오 Light" pitchFamily="2" charset="-127"/>
      <p:regular r:id="rId20"/>
    </p:embeddedFont>
    <p:embeddedFont>
      <p:font typeface="나눔스퀘어 네오 Regular" pitchFamily="2" charset="-127"/>
      <p:regular r:id="rId2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8F8F8"/>
    <a:srgbClr val="F0F0F0"/>
    <a:srgbClr val="575556"/>
    <a:srgbClr val="D6C9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62" autoAdjust="0"/>
    <p:restoredTop sz="94589" autoAdjust="0"/>
  </p:normalViewPr>
  <p:slideViewPr>
    <p:cSldViewPr snapToGrid="0">
      <p:cViewPr varScale="1">
        <p:scale>
          <a:sx n="117" d="100"/>
          <a:sy n="117" d="100"/>
        </p:scale>
        <p:origin x="184" y="24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B90F2E-E5EB-47EC-8309-DBDDD781D83B}" type="datetimeFigureOut">
              <a:rPr lang="ko-KR" altLang="en-US" smtClean="0"/>
              <a:t>2026. 7. 11.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2D11C6-E63B-4FA2-9B2A-34655C6B77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2284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93B665-B5F7-4514-BDEB-F6560B4F5C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044" y="115888"/>
            <a:ext cx="11911912" cy="1839912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38DB25C-7612-460A-4B87-EE3FD1B459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047" y="2124385"/>
            <a:ext cx="11911911" cy="1119981"/>
          </a:xfrm>
        </p:spPr>
        <p:txBody>
          <a:bodyPr/>
          <a:lstStyle>
            <a:lvl1pPr marL="0" indent="0" algn="r">
              <a:buNone/>
              <a:defRPr sz="2400"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0998DA-B886-293D-5ADB-420793211C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92881"/>
            <a:ext cx="2743200" cy="365125"/>
          </a:xfrm>
        </p:spPr>
        <p:txBody>
          <a:bodyPr/>
          <a:lstStyle/>
          <a:p>
            <a:fld id="{6DADC0B9-BCA9-44E2-A6E5-C5A3C9C0A45F}" type="datetimeFigureOut">
              <a:rPr lang="ko-KR" altLang="en-US" smtClean="0"/>
              <a:t>2026. 7. 11.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E57E51-19F8-9B79-FB43-FBBC07C92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042EB634-1E8E-024D-0FB9-90385604C0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48800" y="6039446"/>
            <a:ext cx="2743200" cy="365125"/>
          </a:xfrm>
        </p:spPr>
        <p:txBody>
          <a:bodyPr/>
          <a:lstStyle>
            <a:lvl1pPr algn="r">
              <a:buNone/>
              <a:defRPr sz="1800"/>
            </a:lvl1pPr>
          </a:lstStyle>
          <a:p>
            <a:pPr lvl="0"/>
            <a:r>
              <a:rPr lang="ko-KR" altLang="en-US"/>
              <a:t>이름</a:t>
            </a:r>
          </a:p>
        </p:txBody>
      </p:sp>
      <p:sp>
        <p:nvSpPr>
          <p:cNvPr id="14" name="텍스트 개체 틀 10">
            <a:extLst>
              <a:ext uri="{FF2B5EF4-FFF2-40B4-BE49-F238E27FC236}">
                <a16:creationId xmlns:a16="http://schemas.microsoft.com/office/drawing/2014/main" id="{5CA7131C-4E87-4EFC-8A04-88305C9294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48800" y="6501163"/>
            <a:ext cx="2743200" cy="365125"/>
          </a:xfrm>
        </p:spPr>
        <p:txBody>
          <a:bodyPr/>
          <a:lstStyle>
            <a:lvl1pPr algn="r">
              <a:buNone/>
              <a:defRPr sz="1800"/>
            </a:lvl1pPr>
          </a:lstStyle>
          <a:p>
            <a:pPr lvl="0"/>
            <a:r>
              <a:rPr lang="en-US" altLang="ko-KR"/>
              <a:t>2000. 00. 00</a:t>
            </a:r>
            <a:endParaRPr lang="ko-KR" altLang="en-US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AFB04A87-81F7-7626-7206-3CAE41F1C2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0044" y="6222009"/>
            <a:ext cx="518021" cy="54054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C13D8719-2723-6916-95B7-21F87A059B3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3400" y="5665439"/>
            <a:ext cx="965200" cy="113142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1998FE11-1587-90E2-DA3B-49CA2131274E}"/>
              </a:ext>
            </a:extLst>
          </p:cNvPr>
          <p:cNvSpPr txBox="1"/>
          <p:nvPr userDrawn="1"/>
        </p:nvSpPr>
        <p:spPr>
          <a:xfrm>
            <a:off x="627897" y="6351318"/>
            <a:ext cx="29354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>
                <a:solidFill>
                  <a:schemeClr val="tx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Distributed Robot Intelligence Lab</a:t>
            </a:r>
            <a:endParaRPr lang="ko-KR" altLang="en-US" sz="1200">
              <a:solidFill>
                <a:schemeClr val="tx1"/>
              </a:solidFill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18231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8512CC4-241D-C9A3-1C4B-1C26B9CE3CB7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093B665-B5F7-4514-BDEB-F6560B4F5C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044" y="115888"/>
            <a:ext cx="11911912" cy="1839912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38DB25C-7612-460A-4B87-EE3FD1B459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047" y="2124385"/>
            <a:ext cx="11911911" cy="1119981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0998DA-B886-293D-5ADB-420793211C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92881"/>
            <a:ext cx="2743200" cy="365125"/>
          </a:xfrm>
        </p:spPr>
        <p:txBody>
          <a:bodyPr/>
          <a:lstStyle/>
          <a:p>
            <a:fld id="{6DADC0B9-BCA9-44E2-A6E5-C5A3C9C0A45F}" type="datetimeFigureOut">
              <a:rPr lang="ko-KR" altLang="en-US" smtClean="0"/>
              <a:t>2026. 7. 11.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E57E51-19F8-9B79-FB43-FBBC07C92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042EB634-1E8E-024D-0FB9-90385604C0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48800" y="6039446"/>
            <a:ext cx="2743200" cy="365125"/>
          </a:xfrm>
        </p:spPr>
        <p:txBody>
          <a:bodyPr/>
          <a:lstStyle>
            <a:lvl1pPr algn="r">
              <a:buNone/>
              <a:defRPr sz="1800"/>
            </a:lvl1pPr>
          </a:lstStyle>
          <a:p>
            <a:pPr lvl="0"/>
            <a:r>
              <a:rPr lang="ko-KR" altLang="en-US"/>
              <a:t>이름</a:t>
            </a:r>
          </a:p>
        </p:txBody>
      </p:sp>
      <p:sp>
        <p:nvSpPr>
          <p:cNvPr id="14" name="텍스트 개체 틀 10">
            <a:extLst>
              <a:ext uri="{FF2B5EF4-FFF2-40B4-BE49-F238E27FC236}">
                <a16:creationId xmlns:a16="http://schemas.microsoft.com/office/drawing/2014/main" id="{5CA7131C-4E87-4EFC-8A04-88305C9294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48800" y="6501163"/>
            <a:ext cx="2743200" cy="365125"/>
          </a:xfrm>
        </p:spPr>
        <p:txBody>
          <a:bodyPr/>
          <a:lstStyle>
            <a:lvl1pPr algn="r">
              <a:buNone/>
              <a:defRPr sz="1800"/>
            </a:lvl1pPr>
          </a:lstStyle>
          <a:p>
            <a:pPr lvl="0"/>
            <a:r>
              <a:rPr lang="en-US" altLang="ko-KR"/>
              <a:t>2000. 00. 00</a:t>
            </a:r>
            <a:endParaRPr lang="ko-KR" altLang="en-US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AFB04A87-81F7-7626-7206-3CAE41F1C2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0044" y="6222009"/>
            <a:ext cx="518021" cy="54054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C13D8719-2723-6916-95B7-21F87A059B3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3400" y="5665439"/>
            <a:ext cx="965200" cy="113142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1998FE11-1587-90E2-DA3B-49CA2131274E}"/>
              </a:ext>
            </a:extLst>
          </p:cNvPr>
          <p:cNvSpPr txBox="1"/>
          <p:nvPr userDrawn="1"/>
        </p:nvSpPr>
        <p:spPr>
          <a:xfrm>
            <a:off x="627897" y="6351318"/>
            <a:ext cx="29354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>
                <a:solidFill>
                  <a:schemeClr val="tx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Distributed Robot Intelligence Lab</a:t>
            </a:r>
            <a:endParaRPr lang="ko-KR" altLang="en-US" sz="1200">
              <a:solidFill>
                <a:schemeClr val="tx1"/>
              </a:solidFill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63282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F29020-51EA-1D73-FF47-7B8F72C26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목차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9EEEF6F-9213-98E7-7482-F9CC14BF4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DC0B9-BCA9-44E2-A6E5-C5A3C9C0A45F}" type="datetimeFigureOut">
              <a:rPr lang="ko-KR" altLang="en-US" smtClean="0"/>
              <a:pPr/>
              <a:t>2026. 7. 11.</a:t>
            </a:fld>
            <a:endParaRPr lang="ko-KR" altLang="en-US">
              <a:latin typeface="나눔스퀘어 네오 Light" panose="00000400000000000000" pitchFamily="2" charset="-127"/>
              <a:ea typeface="나눔스퀘어 네오 Light" panose="00000400000000000000" pitchFamily="2" charset="-127"/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DB3BBB0-3788-93D6-D34E-CCD787D87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latin typeface="나눔스퀘어 네오 Light" panose="00000400000000000000" pitchFamily="2" charset="-127"/>
              <a:ea typeface="나눔스퀘어 네오 Light" panose="00000400000000000000" pitchFamily="2" charset="-127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36B3CF-E354-393C-79EC-28D75B2FA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70A68-3198-4BFC-9CE8-DC9F258BB6E2}" type="slidenum">
              <a:rPr lang="ko-KR" altLang="en-US" smtClean="0"/>
              <a:pPr/>
              <a:t>‹#›</a:t>
            </a:fld>
            <a:endParaRPr lang="ko-KR" altLang="en-US">
              <a:latin typeface="나눔스퀘어 네오 Light" panose="00000400000000000000" pitchFamily="2" charset="-127"/>
              <a:ea typeface="나눔스퀘어 네오 Light" panose="00000400000000000000" pitchFamily="2" charset="-127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BDA25A5B-1B11-F1E8-ED6F-B50EE7EE8C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65503" y="1157288"/>
            <a:ext cx="8616436" cy="513086"/>
          </a:xfrm>
        </p:spPr>
        <p:txBody>
          <a:bodyPr anchor="ctr" anchorCtr="0">
            <a:normAutofit/>
          </a:bodyPr>
          <a:lstStyle>
            <a:lvl1pPr>
              <a:buNone/>
              <a:defRPr sz="240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  <a:lvl2pPr>
              <a:buNone/>
              <a:defRPr/>
            </a:lvl2pPr>
          </a:lstStyle>
          <a:p>
            <a:pPr lvl="0"/>
            <a:r>
              <a:rPr lang="en-US" altLang="ko-KR"/>
              <a:t>Content</a:t>
            </a:r>
            <a:endParaRPr lang="ko-KR" altLang="en-US"/>
          </a:p>
        </p:txBody>
      </p:sp>
      <p:sp>
        <p:nvSpPr>
          <p:cNvPr id="13" name="텍스트 개체 틀 10">
            <a:extLst>
              <a:ext uri="{FF2B5EF4-FFF2-40B4-BE49-F238E27FC236}">
                <a16:creationId xmlns:a16="http://schemas.microsoft.com/office/drawing/2014/main" id="{AD33DD05-0E43-8F81-BE85-EF4D2B34A3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0067" y="1157288"/>
            <a:ext cx="2890823" cy="513086"/>
          </a:xfrm>
        </p:spPr>
        <p:txBody>
          <a:bodyPr anchor="ctr" anchorCtr="0">
            <a:noAutofit/>
          </a:bodyPr>
          <a:lstStyle>
            <a:lvl1pPr algn="ctr">
              <a:buNone/>
              <a:defRPr sz="240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  <a:lvl2pPr>
              <a:buNone/>
              <a:defRPr/>
            </a:lvl2pPr>
          </a:lstStyle>
          <a:p>
            <a:pPr lvl="0"/>
            <a:r>
              <a:rPr lang="en-US" altLang="ko-KR"/>
              <a:t>01</a:t>
            </a:r>
            <a:endParaRPr lang="ko-KR" altLang="en-US"/>
          </a:p>
        </p:txBody>
      </p:sp>
      <p:sp>
        <p:nvSpPr>
          <p:cNvPr id="14" name="텍스트 개체 틀 10">
            <a:extLst>
              <a:ext uri="{FF2B5EF4-FFF2-40B4-BE49-F238E27FC236}">
                <a16:creationId xmlns:a16="http://schemas.microsoft.com/office/drawing/2014/main" id="{529E700F-3D37-BBC1-AB67-4ED14697C5B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5503" y="1981342"/>
            <a:ext cx="8616436" cy="513086"/>
          </a:xfrm>
        </p:spPr>
        <p:txBody>
          <a:bodyPr anchor="ctr" anchorCtr="0">
            <a:normAutofit/>
          </a:bodyPr>
          <a:lstStyle>
            <a:lvl1pPr>
              <a:buNone/>
              <a:defRPr sz="240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  <a:lvl2pPr>
              <a:buNone/>
              <a:defRPr/>
            </a:lvl2pPr>
          </a:lstStyle>
          <a:p>
            <a:pPr lvl="0"/>
            <a:r>
              <a:rPr lang="en-US" altLang="ko-KR"/>
              <a:t>Content</a:t>
            </a:r>
            <a:endParaRPr lang="ko-KR" altLang="en-US"/>
          </a:p>
        </p:txBody>
      </p:sp>
      <p:sp>
        <p:nvSpPr>
          <p:cNvPr id="15" name="텍스트 개체 틀 10">
            <a:extLst>
              <a:ext uri="{FF2B5EF4-FFF2-40B4-BE49-F238E27FC236}">
                <a16:creationId xmlns:a16="http://schemas.microsoft.com/office/drawing/2014/main" id="{EE490F9C-DD8C-0AF8-6260-9D0D317FC2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0067" y="1981338"/>
            <a:ext cx="2890823" cy="513086"/>
          </a:xfrm>
        </p:spPr>
        <p:txBody>
          <a:bodyPr anchor="ctr" anchorCtr="0">
            <a:noAutofit/>
          </a:bodyPr>
          <a:lstStyle>
            <a:lvl1pPr algn="ctr">
              <a:buNone/>
              <a:defRPr sz="240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  <a:lvl2pPr>
              <a:buNone/>
              <a:defRPr/>
            </a:lvl2pPr>
          </a:lstStyle>
          <a:p>
            <a:pPr lvl="0"/>
            <a:r>
              <a:rPr lang="en-US" altLang="ko-KR"/>
              <a:t>02</a:t>
            </a:r>
            <a:endParaRPr lang="ko-KR" altLang="en-US"/>
          </a:p>
        </p:txBody>
      </p:sp>
      <p:sp>
        <p:nvSpPr>
          <p:cNvPr id="16" name="텍스트 개체 틀 10">
            <a:extLst>
              <a:ext uri="{FF2B5EF4-FFF2-40B4-BE49-F238E27FC236}">
                <a16:creationId xmlns:a16="http://schemas.microsoft.com/office/drawing/2014/main" id="{15025632-A7FD-1D07-F17A-EC837EFD08E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65503" y="2805396"/>
            <a:ext cx="8616436" cy="513086"/>
          </a:xfrm>
        </p:spPr>
        <p:txBody>
          <a:bodyPr anchor="ctr" anchorCtr="0">
            <a:normAutofit/>
          </a:bodyPr>
          <a:lstStyle>
            <a:lvl1pPr>
              <a:buNone/>
              <a:defRPr sz="240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  <a:lvl2pPr>
              <a:buNone/>
              <a:defRPr/>
            </a:lvl2pPr>
          </a:lstStyle>
          <a:p>
            <a:pPr lvl="0"/>
            <a:r>
              <a:rPr lang="en-US" altLang="ko-KR"/>
              <a:t>Content</a:t>
            </a:r>
            <a:endParaRPr lang="ko-KR" altLang="en-US"/>
          </a:p>
        </p:txBody>
      </p:sp>
      <p:sp>
        <p:nvSpPr>
          <p:cNvPr id="17" name="텍스트 개체 틀 10">
            <a:extLst>
              <a:ext uri="{FF2B5EF4-FFF2-40B4-BE49-F238E27FC236}">
                <a16:creationId xmlns:a16="http://schemas.microsoft.com/office/drawing/2014/main" id="{42289DB3-8A54-337F-921B-71CF0D4C986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067" y="2805394"/>
            <a:ext cx="2890823" cy="513086"/>
          </a:xfrm>
        </p:spPr>
        <p:txBody>
          <a:bodyPr anchor="ctr" anchorCtr="0">
            <a:noAutofit/>
          </a:bodyPr>
          <a:lstStyle>
            <a:lvl1pPr algn="ctr">
              <a:buNone/>
              <a:defRPr sz="240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  <a:lvl2pPr>
              <a:buNone/>
              <a:defRPr/>
            </a:lvl2pPr>
          </a:lstStyle>
          <a:p>
            <a:pPr lvl="0"/>
            <a:r>
              <a:rPr lang="en-US" altLang="ko-KR"/>
              <a:t>03</a:t>
            </a:r>
            <a:endParaRPr lang="ko-KR" altLang="en-US"/>
          </a:p>
        </p:txBody>
      </p:sp>
      <p:sp>
        <p:nvSpPr>
          <p:cNvPr id="18" name="텍스트 개체 틀 10">
            <a:extLst>
              <a:ext uri="{FF2B5EF4-FFF2-40B4-BE49-F238E27FC236}">
                <a16:creationId xmlns:a16="http://schemas.microsoft.com/office/drawing/2014/main" id="{40A7A03F-2733-4BCC-6AAE-ADECA25C130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65503" y="3629450"/>
            <a:ext cx="8616436" cy="513086"/>
          </a:xfrm>
        </p:spPr>
        <p:txBody>
          <a:bodyPr anchor="ctr" anchorCtr="0">
            <a:normAutofit/>
          </a:bodyPr>
          <a:lstStyle>
            <a:lvl1pPr>
              <a:buNone/>
              <a:defRPr sz="240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  <a:lvl2pPr>
              <a:buNone/>
              <a:defRPr/>
            </a:lvl2pPr>
          </a:lstStyle>
          <a:p>
            <a:pPr lvl="0"/>
            <a:r>
              <a:rPr lang="en-US" altLang="ko-KR"/>
              <a:t>Content</a:t>
            </a:r>
            <a:endParaRPr lang="ko-KR" altLang="en-US"/>
          </a:p>
        </p:txBody>
      </p:sp>
      <p:sp>
        <p:nvSpPr>
          <p:cNvPr id="19" name="텍스트 개체 틀 10">
            <a:extLst>
              <a:ext uri="{FF2B5EF4-FFF2-40B4-BE49-F238E27FC236}">
                <a16:creationId xmlns:a16="http://schemas.microsoft.com/office/drawing/2014/main" id="{47ACBE29-922A-0591-518A-4FD34ECCE0F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10067" y="3629450"/>
            <a:ext cx="2890823" cy="513086"/>
          </a:xfrm>
        </p:spPr>
        <p:txBody>
          <a:bodyPr anchor="ctr" anchorCtr="0">
            <a:noAutofit/>
          </a:bodyPr>
          <a:lstStyle>
            <a:lvl1pPr algn="ctr">
              <a:buNone/>
              <a:defRPr sz="240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  <a:lvl2pPr>
              <a:buNone/>
              <a:defRPr/>
            </a:lvl2pPr>
          </a:lstStyle>
          <a:p>
            <a:pPr lvl="0"/>
            <a:r>
              <a:rPr lang="en-US" altLang="ko-KR"/>
              <a:t>04</a:t>
            </a:r>
            <a:endParaRPr lang="ko-KR" altLang="en-US"/>
          </a:p>
        </p:txBody>
      </p:sp>
      <p:sp>
        <p:nvSpPr>
          <p:cNvPr id="28" name="텍스트 개체 틀 10">
            <a:extLst>
              <a:ext uri="{FF2B5EF4-FFF2-40B4-BE49-F238E27FC236}">
                <a16:creationId xmlns:a16="http://schemas.microsoft.com/office/drawing/2014/main" id="{3C6D221A-5083-62DF-8254-4EDB81ACA0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65503" y="4453504"/>
            <a:ext cx="8616436" cy="513086"/>
          </a:xfrm>
        </p:spPr>
        <p:txBody>
          <a:bodyPr anchor="ctr" anchorCtr="0">
            <a:normAutofit/>
          </a:bodyPr>
          <a:lstStyle>
            <a:lvl1pPr>
              <a:buNone/>
              <a:defRPr sz="240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  <a:lvl2pPr>
              <a:buNone/>
              <a:defRPr/>
            </a:lvl2pPr>
          </a:lstStyle>
          <a:p>
            <a:pPr lvl="0"/>
            <a:r>
              <a:rPr lang="en-US" altLang="ko-KR"/>
              <a:t>Content</a:t>
            </a:r>
            <a:endParaRPr lang="ko-KR" altLang="en-US"/>
          </a:p>
        </p:txBody>
      </p:sp>
      <p:sp>
        <p:nvSpPr>
          <p:cNvPr id="29" name="텍스트 개체 틀 10">
            <a:extLst>
              <a:ext uri="{FF2B5EF4-FFF2-40B4-BE49-F238E27FC236}">
                <a16:creationId xmlns:a16="http://schemas.microsoft.com/office/drawing/2014/main" id="{A36368C5-E444-6327-3706-5ABE21A55E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0067" y="4453504"/>
            <a:ext cx="2890823" cy="513086"/>
          </a:xfrm>
        </p:spPr>
        <p:txBody>
          <a:bodyPr anchor="ctr" anchorCtr="0">
            <a:noAutofit/>
          </a:bodyPr>
          <a:lstStyle>
            <a:lvl1pPr algn="ctr">
              <a:buNone/>
              <a:defRPr sz="240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  <a:lvl2pPr>
              <a:buNone/>
              <a:defRPr/>
            </a:lvl2pPr>
          </a:lstStyle>
          <a:p>
            <a:pPr lvl="0"/>
            <a:r>
              <a:rPr lang="en-US" altLang="ko-KR"/>
              <a:t>05</a:t>
            </a:r>
            <a:endParaRPr lang="ko-KR" altLang="en-US"/>
          </a:p>
        </p:txBody>
      </p:sp>
      <p:sp>
        <p:nvSpPr>
          <p:cNvPr id="30" name="텍스트 개체 틀 10">
            <a:extLst>
              <a:ext uri="{FF2B5EF4-FFF2-40B4-BE49-F238E27FC236}">
                <a16:creationId xmlns:a16="http://schemas.microsoft.com/office/drawing/2014/main" id="{C598A568-9583-C1B6-FC14-A4758B8B5D0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65503" y="5277560"/>
            <a:ext cx="8616436" cy="513086"/>
          </a:xfrm>
        </p:spPr>
        <p:txBody>
          <a:bodyPr anchor="ctr" anchorCtr="0">
            <a:normAutofit/>
          </a:bodyPr>
          <a:lstStyle>
            <a:lvl1pPr>
              <a:buNone/>
              <a:defRPr sz="240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  <a:lvl2pPr>
              <a:buNone/>
              <a:defRPr/>
            </a:lvl2pPr>
          </a:lstStyle>
          <a:p>
            <a:pPr lvl="0"/>
            <a:r>
              <a:rPr lang="en-US" altLang="ko-KR"/>
              <a:t>Content</a:t>
            </a:r>
            <a:endParaRPr lang="ko-KR" altLang="en-US"/>
          </a:p>
        </p:txBody>
      </p:sp>
      <p:sp>
        <p:nvSpPr>
          <p:cNvPr id="31" name="텍스트 개체 틀 10">
            <a:extLst>
              <a:ext uri="{FF2B5EF4-FFF2-40B4-BE49-F238E27FC236}">
                <a16:creationId xmlns:a16="http://schemas.microsoft.com/office/drawing/2014/main" id="{D2EDA820-1E13-D02B-682E-72DCDBF72D8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10067" y="5277560"/>
            <a:ext cx="2890823" cy="513086"/>
          </a:xfrm>
        </p:spPr>
        <p:txBody>
          <a:bodyPr anchor="ctr" anchorCtr="0">
            <a:noAutofit/>
          </a:bodyPr>
          <a:lstStyle>
            <a:lvl1pPr algn="ctr">
              <a:buNone/>
              <a:defRPr sz="240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  <a:lvl2pPr>
              <a:buNone/>
              <a:defRPr/>
            </a:lvl2pPr>
          </a:lstStyle>
          <a:p>
            <a:pPr lvl="0"/>
            <a:r>
              <a:rPr lang="en-US" altLang="ko-KR"/>
              <a:t>06</a:t>
            </a:r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7238E34-8226-8B0D-F1ED-3399B24B09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73979" y="0"/>
            <a:ext cx="518021" cy="540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313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F29020-51EA-1D73-FF47-7B8F72C26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목차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9EEEF6F-9213-98E7-7482-F9CC14BF4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DC0B9-BCA9-44E2-A6E5-C5A3C9C0A45F}" type="datetimeFigureOut">
              <a:rPr lang="ko-KR" altLang="en-US" smtClean="0"/>
              <a:pPr/>
              <a:t>2026. 7. 11.</a:t>
            </a:fld>
            <a:endParaRPr lang="ko-KR" altLang="en-US">
              <a:latin typeface="나눔스퀘어 네오 Light" panose="00000400000000000000" pitchFamily="2" charset="-127"/>
              <a:ea typeface="나눔스퀘어 네오 Light" panose="00000400000000000000" pitchFamily="2" charset="-127"/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DB3BBB0-3788-93D6-D34E-CCD787D87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latin typeface="나눔스퀘어 네오 Light" panose="00000400000000000000" pitchFamily="2" charset="-127"/>
              <a:ea typeface="나눔스퀘어 네오 Light" panose="00000400000000000000" pitchFamily="2" charset="-127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36B3CF-E354-393C-79EC-28D75B2FA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70A68-3198-4BFC-9CE8-DC9F258BB6E2}" type="slidenum">
              <a:rPr lang="ko-KR" altLang="en-US" smtClean="0"/>
              <a:pPr/>
              <a:t>‹#›</a:t>
            </a:fld>
            <a:endParaRPr lang="ko-KR" altLang="en-US">
              <a:latin typeface="나눔스퀘어 네오 Light" panose="00000400000000000000" pitchFamily="2" charset="-127"/>
              <a:ea typeface="나눔스퀘어 네오 Light" panose="00000400000000000000" pitchFamily="2" charset="-127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BDA25A5B-1B11-F1E8-ED6F-B50EE7EE8C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65503" y="694072"/>
            <a:ext cx="8616436" cy="513086"/>
          </a:xfrm>
        </p:spPr>
        <p:txBody>
          <a:bodyPr anchor="ctr" anchorCtr="0">
            <a:normAutofit/>
          </a:bodyPr>
          <a:lstStyle>
            <a:lvl1pPr>
              <a:buNone/>
              <a:defRPr sz="240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  <a:lvl2pPr>
              <a:buNone/>
              <a:defRPr/>
            </a:lvl2pPr>
          </a:lstStyle>
          <a:p>
            <a:pPr lvl="0"/>
            <a:r>
              <a:rPr lang="en-US" altLang="ko-KR"/>
              <a:t>Content</a:t>
            </a:r>
            <a:endParaRPr lang="ko-KR" altLang="en-US"/>
          </a:p>
        </p:txBody>
      </p:sp>
      <p:sp>
        <p:nvSpPr>
          <p:cNvPr id="13" name="텍스트 개체 틀 10">
            <a:extLst>
              <a:ext uri="{FF2B5EF4-FFF2-40B4-BE49-F238E27FC236}">
                <a16:creationId xmlns:a16="http://schemas.microsoft.com/office/drawing/2014/main" id="{AD33DD05-0E43-8F81-BE85-EF4D2B34A3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0067" y="694072"/>
            <a:ext cx="2890823" cy="513086"/>
          </a:xfrm>
        </p:spPr>
        <p:txBody>
          <a:bodyPr anchor="ctr" anchorCtr="0">
            <a:noAutofit/>
          </a:bodyPr>
          <a:lstStyle>
            <a:lvl1pPr algn="ctr">
              <a:buNone/>
              <a:defRPr sz="240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  <a:lvl2pPr>
              <a:buNone/>
              <a:defRPr/>
            </a:lvl2pPr>
          </a:lstStyle>
          <a:p>
            <a:pPr lvl="0"/>
            <a:r>
              <a:rPr lang="en-US" altLang="ko-KR"/>
              <a:t>01</a:t>
            </a:r>
            <a:endParaRPr lang="ko-KR" altLang="en-US"/>
          </a:p>
        </p:txBody>
      </p:sp>
      <p:sp>
        <p:nvSpPr>
          <p:cNvPr id="14" name="텍스트 개체 틀 10">
            <a:extLst>
              <a:ext uri="{FF2B5EF4-FFF2-40B4-BE49-F238E27FC236}">
                <a16:creationId xmlns:a16="http://schemas.microsoft.com/office/drawing/2014/main" id="{529E700F-3D37-BBC1-AB67-4ED14697C5B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5503" y="1255666"/>
            <a:ext cx="8616436" cy="513086"/>
          </a:xfrm>
        </p:spPr>
        <p:txBody>
          <a:bodyPr anchor="ctr" anchorCtr="0">
            <a:normAutofit/>
          </a:bodyPr>
          <a:lstStyle>
            <a:lvl1pPr>
              <a:buNone/>
              <a:defRPr sz="240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  <a:lvl2pPr>
              <a:buNone/>
              <a:defRPr/>
            </a:lvl2pPr>
          </a:lstStyle>
          <a:p>
            <a:pPr lvl="0"/>
            <a:r>
              <a:rPr lang="en-US" altLang="ko-KR"/>
              <a:t>Content</a:t>
            </a:r>
            <a:endParaRPr lang="ko-KR" altLang="en-US"/>
          </a:p>
        </p:txBody>
      </p:sp>
      <p:sp>
        <p:nvSpPr>
          <p:cNvPr id="15" name="텍스트 개체 틀 10">
            <a:extLst>
              <a:ext uri="{FF2B5EF4-FFF2-40B4-BE49-F238E27FC236}">
                <a16:creationId xmlns:a16="http://schemas.microsoft.com/office/drawing/2014/main" id="{EE490F9C-DD8C-0AF8-6260-9D0D317FC2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0067" y="1255666"/>
            <a:ext cx="2890823" cy="513086"/>
          </a:xfrm>
        </p:spPr>
        <p:txBody>
          <a:bodyPr anchor="ctr" anchorCtr="0">
            <a:noAutofit/>
          </a:bodyPr>
          <a:lstStyle>
            <a:lvl1pPr algn="ctr">
              <a:buNone/>
              <a:defRPr sz="240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  <a:lvl2pPr>
              <a:buNone/>
              <a:defRPr/>
            </a:lvl2pPr>
          </a:lstStyle>
          <a:p>
            <a:pPr lvl="0"/>
            <a:r>
              <a:rPr lang="en-US" altLang="ko-KR"/>
              <a:t>02</a:t>
            </a:r>
            <a:endParaRPr lang="ko-KR" altLang="en-US"/>
          </a:p>
        </p:txBody>
      </p:sp>
      <p:sp>
        <p:nvSpPr>
          <p:cNvPr id="16" name="텍스트 개체 틀 10">
            <a:extLst>
              <a:ext uri="{FF2B5EF4-FFF2-40B4-BE49-F238E27FC236}">
                <a16:creationId xmlns:a16="http://schemas.microsoft.com/office/drawing/2014/main" id="{15025632-A7FD-1D07-F17A-EC837EFD08E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65503" y="1817260"/>
            <a:ext cx="8616436" cy="513086"/>
          </a:xfrm>
        </p:spPr>
        <p:txBody>
          <a:bodyPr anchor="ctr" anchorCtr="0">
            <a:normAutofit/>
          </a:bodyPr>
          <a:lstStyle>
            <a:lvl1pPr>
              <a:buNone/>
              <a:defRPr sz="240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  <a:lvl2pPr>
              <a:buNone/>
              <a:defRPr/>
            </a:lvl2pPr>
          </a:lstStyle>
          <a:p>
            <a:pPr lvl="0"/>
            <a:r>
              <a:rPr lang="en-US" altLang="ko-KR"/>
              <a:t>Content</a:t>
            </a:r>
            <a:endParaRPr lang="ko-KR" altLang="en-US"/>
          </a:p>
        </p:txBody>
      </p:sp>
      <p:sp>
        <p:nvSpPr>
          <p:cNvPr id="17" name="텍스트 개체 틀 10">
            <a:extLst>
              <a:ext uri="{FF2B5EF4-FFF2-40B4-BE49-F238E27FC236}">
                <a16:creationId xmlns:a16="http://schemas.microsoft.com/office/drawing/2014/main" id="{42289DB3-8A54-337F-921B-71CF0D4C986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067" y="1817260"/>
            <a:ext cx="2890823" cy="513086"/>
          </a:xfrm>
        </p:spPr>
        <p:txBody>
          <a:bodyPr anchor="ctr" anchorCtr="0">
            <a:noAutofit/>
          </a:bodyPr>
          <a:lstStyle>
            <a:lvl1pPr algn="ctr">
              <a:buNone/>
              <a:defRPr sz="240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  <a:lvl2pPr>
              <a:buNone/>
              <a:defRPr/>
            </a:lvl2pPr>
          </a:lstStyle>
          <a:p>
            <a:pPr lvl="0"/>
            <a:r>
              <a:rPr lang="en-US" altLang="ko-KR"/>
              <a:t>03</a:t>
            </a:r>
            <a:endParaRPr lang="ko-KR" altLang="en-US"/>
          </a:p>
        </p:txBody>
      </p:sp>
      <p:sp>
        <p:nvSpPr>
          <p:cNvPr id="18" name="텍스트 개체 틀 10">
            <a:extLst>
              <a:ext uri="{FF2B5EF4-FFF2-40B4-BE49-F238E27FC236}">
                <a16:creationId xmlns:a16="http://schemas.microsoft.com/office/drawing/2014/main" id="{40A7A03F-2733-4BCC-6AAE-ADECA25C130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65503" y="2940448"/>
            <a:ext cx="8616436" cy="513086"/>
          </a:xfrm>
        </p:spPr>
        <p:txBody>
          <a:bodyPr anchor="ctr" anchorCtr="0">
            <a:normAutofit/>
          </a:bodyPr>
          <a:lstStyle>
            <a:lvl1pPr>
              <a:buNone/>
              <a:defRPr sz="240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  <a:lvl2pPr>
              <a:buNone/>
              <a:defRPr/>
            </a:lvl2pPr>
          </a:lstStyle>
          <a:p>
            <a:pPr lvl="0"/>
            <a:r>
              <a:rPr lang="en-US" altLang="ko-KR"/>
              <a:t>Content</a:t>
            </a:r>
            <a:endParaRPr lang="ko-KR" altLang="en-US"/>
          </a:p>
        </p:txBody>
      </p:sp>
      <p:sp>
        <p:nvSpPr>
          <p:cNvPr id="19" name="텍스트 개체 틀 10">
            <a:extLst>
              <a:ext uri="{FF2B5EF4-FFF2-40B4-BE49-F238E27FC236}">
                <a16:creationId xmlns:a16="http://schemas.microsoft.com/office/drawing/2014/main" id="{47ACBE29-922A-0591-518A-4FD34ECCE0F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10067" y="2940448"/>
            <a:ext cx="2890823" cy="513086"/>
          </a:xfrm>
        </p:spPr>
        <p:txBody>
          <a:bodyPr anchor="ctr" anchorCtr="0">
            <a:noAutofit/>
          </a:bodyPr>
          <a:lstStyle>
            <a:lvl1pPr algn="ctr">
              <a:buNone/>
              <a:defRPr sz="240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  <a:lvl2pPr>
              <a:buNone/>
              <a:defRPr/>
            </a:lvl2pPr>
          </a:lstStyle>
          <a:p>
            <a:pPr lvl="0"/>
            <a:r>
              <a:rPr lang="en-US" altLang="ko-KR"/>
              <a:t>05</a:t>
            </a:r>
            <a:endParaRPr lang="ko-KR" altLang="en-US"/>
          </a:p>
        </p:txBody>
      </p:sp>
      <p:sp>
        <p:nvSpPr>
          <p:cNvPr id="28" name="텍스트 개체 틀 10">
            <a:extLst>
              <a:ext uri="{FF2B5EF4-FFF2-40B4-BE49-F238E27FC236}">
                <a16:creationId xmlns:a16="http://schemas.microsoft.com/office/drawing/2014/main" id="{3C6D221A-5083-62DF-8254-4EDB81ACA0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65503" y="4063636"/>
            <a:ext cx="8616436" cy="513086"/>
          </a:xfrm>
        </p:spPr>
        <p:txBody>
          <a:bodyPr anchor="ctr" anchorCtr="0">
            <a:normAutofit/>
          </a:bodyPr>
          <a:lstStyle>
            <a:lvl1pPr>
              <a:buNone/>
              <a:defRPr sz="240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  <a:lvl2pPr>
              <a:buNone/>
              <a:defRPr/>
            </a:lvl2pPr>
          </a:lstStyle>
          <a:p>
            <a:pPr lvl="0"/>
            <a:r>
              <a:rPr lang="en-US" altLang="ko-KR"/>
              <a:t>Content</a:t>
            </a:r>
            <a:endParaRPr lang="ko-KR" altLang="en-US"/>
          </a:p>
        </p:txBody>
      </p:sp>
      <p:sp>
        <p:nvSpPr>
          <p:cNvPr id="29" name="텍스트 개체 틀 10">
            <a:extLst>
              <a:ext uri="{FF2B5EF4-FFF2-40B4-BE49-F238E27FC236}">
                <a16:creationId xmlns:a16="http://schemas.microsoft.com/office/drawing/2014/main" id="{A36368C5-E444-6327-3706-5ABE21A55E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0067" y="4063636"/>
            <a:ext cx="2890823" cy="513086"/>
          </a:xfrm>
        </p:spPr>
        <p:txBody>
          <a:bodyPr anchor="ctr" anchorCtr="0">
            <a:noAutofit/>
          </a:bodyPr>
          <a:lstStyle>
            <a:lvl1pPr algn="ctr">
              <a:buNone/>
              <a:defRPr sz="240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  <a:lvl2pPr>
              <a:buNone/>
              <a:defRPr/>
            </a:lvl2pPr>
          </a:lstStyle>
          <a:p>
            <a:pPr lvl="0"/>
            <a:r>
              <a:rPr lang="en-US" altLang="ko-KR"/>
              <a:t>07</a:t>
            </a:r>
            <a:endParaRPr lang="ko-KR" altLang="en-US"/>
          </a:p>
        </p:txBody>
      </p:sp>
      <p:sp>
        <p:nvSpPr>
          <p:cNvPr id="30" name="텍스트 개체 틀 10">
            <a:extLst>
              <a:ext uri="{FF2B5EF4-FFF2-40B4-BE49-F238E27FC236}">
                <a16:creationId xmlns:a16="http://schemas.microsoft.com/office/drawing/2014/main" id="{C598A568-9583-C1B6-FC14-A4758B8B5D0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65503" y="5186824"/>
            <a:ext cx="8616436" cy="513086"/>
          </a:xfrm>
        </p:spPr>
        <p:txBody>
          <a:bodyPr anchor="ctr" anchorCtr="0">
            <a:normAutofit/>
          </a:bodyPr>
          <a:lstStyle>
            <a:lvl1pPr>
              <a:buNone/>
              <a:defRPr sz="240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  <a:lvl2pPr>
              <a:buNone/>
              <a:defRPr/>
            </a:lvl2pPr>
          </a:lstStyle>
          <a:p>
            <a:pPr lvl="0"/>
            <a:r>
              <a:rPr lang="en-US" altLang="ko-KR"/>
              <a:t>Content</a:t>
            </a:r>
            <a:endParaRPr lang="ko-KR" altLang="en-US"/>
          </a:p>
        </p:txBody>
      </p:sp>
      <p:sp>
        <p:nvSpPr>
          <p:cNvPr id="31" name="텍스트 개체 틀 10">
            <a:extLst>
              <a:ext uri="{FF2B5EF4-FFF2-40B4-BE49-F238E27FC236}">
                <a16:creationId xmlns:a16="http://schemas.microsoft.com/office/drawing/2014/main" id="{D2EDA820-1E13-D02B-682E-72DCDBF72D8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10067" y="5186824"/>
            <a:ext cx="2890823" cy="513086"/>
          </a:xfrm>
        </p:spPr>
        <p:txBody>
          <a:bodyPr anchor="ctr" anchorCtr="0">
            <a:noAutofit/>
          </a:bodyPr>
          <a:lstStyle>
            <a:lvl1pPr algn="ctr">
              <a:buNone/>
              <a:defRPr sz="240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  <a:lvl2pPr>
              <a:buNone/>
              <a:defRPr/>
            </a:lvl2pPr>
          </a:lstStyle>
          <a:p>
            <a:pPr lvl="0"/>
            <a:r>
              <a:rPr lang="en-US" altLang="ko-KR"/>
              <a:t>09</a:t>
            </a:r>
            <a:endParaRPr lang="ko-KR" altLang="en-US"/>
          </a:p>
        </p:txBody>
      </p:sp>
      <p:sp>
        <p:nvSpPr>
          <p:cNvPr id="3" name="텍스트 개체 틀 10">
            <a:extLst>
              <a:ext uri="{FF2B5EF4-FFF2-40B4-BE49-F238E27FC236}">
                <a16:creationId xmlns:a16="http://schemas.microsoft.com/office/drawing/2014/main" id="{DFF6846A-78C0-188E-2EB5-68A0E2D1A3D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65503" y="2378854"/>
            <a:ext cx="8616436" cy="513086"/>
          </a:xfrm>
        </p:spPr>
        <p:txBody>
          <a:bodyPr anchor="ctr" anchorCtr="0">
            <a:normAutofit/>
          </a:bodyPr>
          <a:lstStyle>
            <a:lvl1pPr>
              <a:buNone/>
              <a:defRPr sz="240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  <a:lvl2pPr>
              <a:buNone/>
              <a:defRPr/>
            </a:lvl2pPr>
          </a:lstStyle>
          <a:p>
            <a:pPr lvl="0"/>
            <a:r>
              <a:rPr lang="en-US" altLang="ko-KR"/>
              <a:t>Content</a:t>
            </a:r>
            <a:endParaRPr lang="ko-KR" altLang="en-US"/>
          </a:p>
        </p:txBody>
      </p:sp>
      <p:sp>
        <p:nvSpPr>
          <p:cNvPr id="4" name="텍스트 개체 틀 10">
            <a:extLst>
              <a:ext uri="{FF2B5EF4-FFF2-40B4-BE49-F238E27FC236}">
                <a16:creationId xmlns:a16="http://schemas.microsoft.com/office/drawing/2014/main" id="{018E7110-C59F-CDBD-AD59-39D6936EAD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10067" y="2378854"/>
            <a:ext cx="2890823" cy="513086"/>
          </a:xfrm>
        </p:spPr>
        <p:txBody>
          <a:bodyPr anchor="ctr" anchorCtr="0">
            <a:noAutofit/>
          </a:bodyPr>
          <a:lstStyle>
            <a:lvl1pPr algn="ctr">
              <a:buNone/>
              <a:defRPr sz="240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  <a:lvl2pPr>
              <a:buNone/>
              <a:defRPr/>
            </a:lvl2pPr>
          </a:lstStyle>
          <a:p>
            <a:pPr lvl="0"/>
            <a:r>
              <a:rPr lang="en-US" altLang="ko-KR"/>
              <a:t>04</a:t>
            </a:r>
            <a:endParaRPr lang="ko-KR" altLang="en-US"/>
          </a:p>
        </p:txBody>
      </p:sp>
      <p:sp>
        <p:nvSpPr>
          <p:cNvPr id="5" name="텍스트 개체 틀 10">
            <a:extLst>
              <a:ext uri="{FF2B5EF4-FFF2-40B4-BE49-F238E27FC236}">
                <a16:creationId xmlns:a16="http://schemas.microsoft.com/office/drawing/2014/main" id="{94D67E21-64FB-FF93-B2DF-5C888C75960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365503" y="3502042"/>
            <a:ext cx="8616436" cy="513086"/>
          </a:xfrm>
        </p:spPr>
        <p:txBody>
          <a:bodyPr anchor="ctr" anchorCtr="0">
            <a:normAutofit/>
          </a:bodyPr>
          <a:lstStyle>
            <a:lvl1pPr>
              <a:buNone/>
              <a:defRPr sz="240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  <a:lvl2pPr>
              <a:buNone/>
              <a:defRPr/>
            </a:lvl2pPr>
          </a:lstStyle>
          <a:p>
            <a:pPr lvl="0"/>
            <a:r>
              <a:rPr lang="en-US" altLang="ko-KR"/>
              <a:t>Content</a:t>
            </a:r>
            <a:endParaRPr lang="ko-KR" altLang="en-US"/>
          </a:p>
        </p:txBody>
      </p:sp>
      <p:sp>
        <p:nvSpPr>
          <p:cNvPr id="6" name="텍스트 개체 틀 10">
            <a:extLst>
              <a:ext uri="{FF2B5EF4-FFF2-40B4-BE49-F238E27FC236}">
                <a16:creationId xmlns:a16="http://schemas.microsoft.com/office/drawing/2014/main" id="{BAF105A0-D566-9A32-44DD-E369A176D01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10067" y="3502042"/>
            <a:ext cx="2890823" cy="513086"/>
          </a:xfrm>
        </p:spPr>
        <p:txBody>
          <a:bodyPr anchor="ctr" anchorCtr="0">
            <a:noAutofit/>
          </a:bodyPr>
          <a:lstStyle>
            <a:lvl1pPr algn="ctr">
              <a:buNone/>
              <a:defRPr sz="240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  <a:lvl2pPr>
              <a:buNone/>
              <a:defRPr/>
            </a:lvl2pPr>
          </a:lstStyle>
          <a:p>
            <a:pPr lvl="0"/>
            <a:r>
              <a:rPr lang="en-US" altLang="ko-KR"/>
              <a:t>06</a:t>
            </a:r>
            <a:endParaRPr lang="ko-KR" altLang="en-US"/>
          </a:p>
        </p:txBody>
      </p:sp>
      <p:sp>
        <p:nvSpPr>
          <p:cNvPr id="10" name="텍스트 개체 틀 10">
            <a:extLst>
              <a:ext uri="{FF2B5EF4-FFF2-40B4-BE49-F238E27FC236}">
                <a16:creationId xmlns:a16="http://schemas.microsoft.com/office/drawing/2014/main" id="{456D56A1-8A8D-F150-54FA-6DCA2918BAE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65503" y="4625230"/>
            <a:ext cx="8616436" cy="513086"/>
          </a:xfrm>
        </p:spPr>
        <p:txBody>
          <a:bodyPr anchor="ctr" anchorCtr="0">
            <a:normAutofit/>
          </a:bodyPr>
          <a:lstStyle>
            <a:lvl1pPr>
              <a:buNone/>
              <a:defRPr sz="240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  <a:lvl2pPr>
              <a:buNone/>
              <a:defRPr/>
            </a:lvl2pPr>
          </a:lstStyle>
          <a:p>
            <a:pPr lvl="0"/>
            <a:r>
              <a:rPr lang="en-US" altLang="ko-KR"/>
              <a:t>Content</a:t>
            </a:r>
            <a:endParaRPr lang="ko-KR" altLang="en-US"/>
          </a:p>
        </p:txBody>
      </p:sp>
      <p:sp>
        <p:nvSpPr>
          <p:cNvPr id="12" name="텍스트 개체 틀 10">
            <a:extLst>
              <a:ext uri="{FF2B5EF4-FFF2-40B4-BE49-F238E27FC236}">
                <a16:creationId xmlns:a16="http://schemas.microsoft.com/office/drawing/2014/main" id="{0B3BCBB6-A299-C556-72D1-DFCA5FEB7CF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10067" y="4625230"/>
            <a:ext cx="2890823" cy="513086"/>
          </a:xfrm>
        </p:spPr>
        <p:txBody>
          <a:bodyPr anchor="ctr" anchorCtr="0">
            <a:noAutofit/>
          </a:bodyPr>
          <a:lstStyle>
            <a:lvl1pPr algn="ctr">
              <a:buNone/>
              <a:defRPr sz="240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  <a:lvl2pPr>
              <a:buNone/>
              <a:defRPr/>
            </a:lvl2pPr>
          </a:lstStyle>
          <a:p>
            <a:pPr lvl="0"/>
            <a:r>
              <a:rPr lang="en-US" altLang="ko-KR"/>
              <a:t>08</a:t>
            </a:r>
            <a:endParaRPr lang="ko-KR" altLang="en-US"/>
          </a:p>
        </p:txBody>
      </p:sp>
      <p:sp>
        <p:nvSpPr>
          <p:cNvPr id="20" name="텍스트 개체 틀 10">
            <a:extLst>
              <a:ext uri="{FF2B5EF4-FFF2-40B4-BE49-F238E27FC236}">
                <a16:creationId xmlns:a16="http://schemas.microsoft.com/office/drawing/2014/main" id="{D745B220-9970-6E66-F7B4-DA0644665D8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365503" y="5748414"/>
            <a:ext cx="8616436" cy="513086"/>
          </a:xfrm>
        </p:spPr>
        <p:txBody>
          <a:bodyPr anchor="ctr" anchorCtr="0">
            <a:normAutofit/>
          </a:bodyPr>
          <a:lstStyle>
            <a:lvl1pPr>
              <a:buNone/>
              <a:defRPr sz="240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  <a:lvl2pPr>
              <a:buNone/>
              <a:defRPr/>
            </a:lvl2pPr>
          </a:lstStyle>
          <a:p>
            <a:pPr lvl="0"/>
            <a:r>
              <a:rPr lang="en-US" altLang="ko-KR"/>
              <a:t>Content</a:t>
            </a:r>
            <a:endParaRPr lang="ko-KR" altLang="en-US"/>
          </a:p>
        </p:txBody>
      </p:sp>
      <p:sp>
        <p:nvSpPr>
          <p:cNvPr id="21" name="텍스트 개체 틀 10">
            <a:extLst>
              <a:ext uri="{FF2B5EF4-FFF2-40B4-BE49-F238E27FC236}">
                <a16:creationId xmlns:a16="http://schemas.microsoft.com/office/drawing/2014/main" id="{8D7D8EC7-EBA2-707C-4A59-99B3D7533E6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0067" y="5748414"/>
            <a:ext cx="2890823" cy="513086"/>
          </a:xfrm>
        </p:spPr>
        <p:txBody>
          <a:bodyPr anchor="ctr" anchorCtr="0">
            <a:noAutofit/>
          </a:bodyPr>
          <a:lstStyle>
            <a:lvl1pPr algn="ctr">
              <a:buNone/>
              <a:defRPr sz="240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  <a:lvl2pPr>
              <a:buNone/>
              <a:defRPr/>
            </a:lvl2pPr>
          </a:lstStyle>
          <a:p>
            <a:pPr lvl="0"/>
            <a:r>
              <a:rPr lang="en-US" altLang="ko-KR"/>
              <a:t>10</a:t>
            </a:r>
            <a:endParaRPr lang="ko-KR" altLang="en-US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0BACFAF2-800D-FF3C-30DB-B64EDDDCDA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73979" y="0"/>
            <a:ext cx="518021" cy="540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239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E560C1-BFB1-9530-687D-1E5D4576A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0668CE-531E-2AE3-5FAF-DCB9C143D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40321"/>
            <a:ext cx="12192000" cy="565438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D9ABC0-0BAF-BFCE-FF04-465F5A09A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나눔스퀘어 네오 Light" panose="00000400000000000000" pitchFamily="2" charset="-127"/>
                <a:ea typeface="나눔스퀘어 네오 Light" panose="00000400000000000000" pitchFamily="2" charset="-127"/>
              </a:defRPr>
            </a:lvl1pPr>
          </a:lstStyle>
          <a:p>
            <a:fld id="{6DADC0B9-BCA9-44E2-A6E5-C5A3C9C0A45F}" type="datetimeFigureOut">
              <a:rPr lang="ko-KR" altLang="en-US" smtClean="0"/>
              <a:pPr/>
              <a:t>2026. 7. 11.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F3A34C-E325-FFC3-DD50-A064C8D04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나눔스퀘어 네오 Light" panose="00000400000000000000" pitchFamily="2" charset="-127"/>
                <a:ea typeface="나눔스퀘어 네오 Light" panose="00000400000000000000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670143-C6D4-8682-4DB4-C83B7A09E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나눔스퀘어 네오 Light" panose="00000400000000000000" pitchFamily="2" charset="-127"/>
                <a:ea typeface="나눔스퀘어 네오 Light" panose="00000400000000000000" pitchFamily="2" charset="-127"/>
              </a:defRPr>
            </a:lvl1pPr>
          </a:lstStyle>
          <a:p>
            <a:fld id="{DAA70A68-3198-4BFC-9CE8-DC9F258BB6E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902C3F28-26CD-365F-ABCE-64AF0E6A15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82601"/>
            <a:ext cx="12192000" cy="238414"/>
          </a:xfrm>
        </p:spPr>
        <p:txBody>
          <a:bodyPr tIns="36000">
            <a:noAutofit/>
          </a:bodyPr>
          <a:lstStyle>
            <a:lvl1pPr>
              <a:buNone/>
              <a:defRPr sz="1400"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pPr lvl="0"/>
            <a:r>
              <a:rPr lang="ko-KR" altLang="en-US"/>
              <a:t>소제목 입력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C98FBA6-C296-27A9-3B74-70BF4E69E8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73979" y="0"/>
            <a:ext cx="518021" cy="540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369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B7DD19-2DC3-7908-2892-4D81048EE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86066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AD6CBB-4583-E6F1-66B2-5B1BF3E119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3818762"/>
            <a:ext cx="10515600" cy="1500187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67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32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498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66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83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299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16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32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A39FD1-F593-7440-3C0C-C922368CF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DC0B9-BCA9-44E2-A6E5-C5A3C9C0A45F}" type="datetimeFigureOut">
              <a:rPr lang="ko-KR" altLang="en-US" smtClean="0"/>
              <a:t>2026. 7. 11.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D4F3AC-1FD2-2B6D-1176-05074BA5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A08D1D-85C2-1653-C8A0-08F216DC3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70A68-3198-4BFC-9CE8-DC9F258BB6E2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7FAE998-D9FD-3B35-6E8C-F6D32C99C4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73979" y="0"/>
            <a:ext cx="518021" cy="540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30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0797B8-B739-E6F3-3C41-1D0144E1B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D46917-5BD5-2736-CCDA-4BBB0C8A47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4A1CB62-791F-E99C-DE2A-3BD4FDDC3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280BB4-9D14-168D-62C6-EE20F4050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DC0B9-BCA9-44E2-A6E5-C5A3C9C0A45F}" type="datetimeFigureOut">
              <a:rPr lang="ko-KR" altLang="en-US" smtClean="0"/>
              <a:t>2026. 7. 11.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738F973-B6ED-B5B0-456D-D4EEE3A1E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36AE16-0E4D-D614-866C-BC9D847CF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70A68-3198-4BFC-9CE8-DC9F258BB6E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4D9660EB-4B80-196C-B2D2-64B9CDA145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82601"/>
            <a:ext cx="12192000" cy="238414"/>
          </a:xfrm>
        </p:spPr>
        <p:txBody>
          <a:bodyPr tIns="36000">
            <a:noAutofit/>
          </a:bodyPr>
          <a:lstStyle>
            <a:lvl1pPr>
              <a:buNone/>
              <a:defRPr sz="1400"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pPr lvl="0"/>
            <a:r>
              <a:rPr lang="ko-KR" altLang="en-US"/>
              <a:t>소제목 입력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93DC267-A7D2-3753-A194-330DB27146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73979" y="0"/>
            <a:ext cx="518021" cy="540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301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EDEACF-A3AB-FD3B-4695-7246B046C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C7560E5-54A6-FE4C-7F95-25A91B727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7" indent="0">
              <a:buNone/>
              <a:defRPr sz="2000" b="1"/>
            </a:lvl2pPr>
            <a:lvl3pPr marL="914332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30" indent="0">
              <a:buNone/>
              <a:defRPr sz="1600" b="1"/>
            </a:lvl6pPr>
            <a:lvl7pPr marL="2742994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7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0C6D691-76D1-3D4F-A1B3-69DC0CBC96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D154374-3F16-754A-55D0-FCB1BC470D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7" indent="0">
              <a:buNone/>
              <a:defRPr sz="2000" b="1"/>
            </a:lvl2pPr>
            <a:lvl3pPr marL="914332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30" indent="0">
              <a:buNone/>
              <a:defRPr sz="1600" b="1"/>
            </a:lvl6pPr>
            <a:lvl7pPr marL="2742994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7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C710DC7-672C-CD9B-94E3-813DF9A843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B7C549D-A021-570C-A18E-446F7A6D7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DC0B9-BCA9-44E2-A6E5-C5A3C9C0A45F}" type="datetimeFigureOut">
              <a:rPr lang="ko-KR" altLang="en-US" smtClean="0"/>
              <a:t>2026. 7. 11.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FCAF011-EE10-C786-C24B-5C9802DF4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85E76AF-674C-B184-76E2-C219D07D4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70A68-3198-4BFC-9CE8-DC9F258BB6E2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D30DEAA-5B17-9EE3-0E01-A3475ACC56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73979" y="0"/>
            <a:ext cx="518021" cy="540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331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071556-3286-91EA-E2EE-8461F4420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F93E69A-8A6A-58AA-9664-8B3190863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DC0B9-BCA9-44E2-A6E5-C5A3C9C0A45F}" type="datetimeFigureOut">
              <a:rPr lang="ko-KR" altLang="en-US" smtClean="0"/>
              <a:t>2026. 7. 11.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879CDE-01DA-45D5-31D5-D9DFFB82F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C29432A-E38C-C795-3999-7BF2070C3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70A68-3198-4BFC-9CE8-DC9F258BB6E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텍스트 개체 틀 8">
            <a:extLst>
              <a:ext uri="{FF2B5EF4-FFF2-40B4-BE49-F238E27FC236}">
                <a16:creationId xmlns:a16="http://schemas.microsoft.com/office/drawing/2014/main" id="{AC0FCD2F-29BE-F987-B134-65790E322E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82601"/>
            <a:ext cx="12192000" cy="238414"/>
          </a:xfrm>
        </p:spPr>
        <p:txBody>
          <a:bodyPr tIns="36000">
            <a:noAutofit/>
          </a:bodyPr>
          <a:lstStyle>
            <a:lvl1pPr>
              <a:buNone/>
              <a:defRPr sz="1400"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pPr lvl="0"/>
            <a:r>
              <a:rPr lang="ko-KR" altLang="en-US"/>
              <a:t>소제목 입력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5E0F705-4C6B-554A-9719-6C161C6A4D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73979" y="0"/>
            <a:ext cx="518021" cy="540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059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02842DD-9101-0D4A-D003-83DF3BAFB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DC0B9-BCA9-44E2-A6E5-C5A3C9C0A45F}" type="datetimeFigureOut">
              <a:rPr lang="ko-KR" altLang="en-US" smtClean="0"/>
              <a:t>2026. 7. 11.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4784032-E021-6E74-DE22-F7B630EE9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0389F1-2995-F8C7-B945-59EC8C945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70A68-3198-4BFC-9CE8-DC9F258BB6E2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AF1AA8A-37C6-165E-9EA5-B776FE1CF9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73979" y="0"/>
            <a:ext cx="518021" cy="540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156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02842DD-9101-0D4A-D003-83DF3BAFB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DC0B9-BCA9-44E2-A6E5-C5A3C9C0A45F}" type="datetimeFigureOut">
              <a:rPr lang="ko-KR" altLang="en-US" smtClean="0"/>
              <a:t>2026. 7. 11.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4784032-E021-6E74-DE22-F7B630EE9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0389F1-2995-F8C7-B945-59EC8C945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70A68-3198-4BFC-9CE8-DC9F258BB6E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2A570D-7437-88D4-B2FD-2FC8C6F1D256}"/>
              </a:ext>
            </a:extLst>
          </p:cNvPr>
          <p:cNvSpPr txBox="1"/>
          <p:nvPr userDrawn="1"/>
        </p:nvSpPr>
        <p:spPr>
          <a:xfrm>
            <a:off x="4800291" y="2921169"/>
            <a:ext cx="25914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0"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Q&amp;A</a:t>
            </a:r>
            <a:endParaRPr lang="ko-KR" altLang="en-US" sz="6000">
              <a:latin typeface="나눔스퀘어 네오 Heavy" panose="00000A00000000000000" pitchFamily="2" charset="-127"/>
              <a:ea typeface="나눔스퀘어 네오 Heavy" panose="00000A00000000000000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5696250-23EF-A969-06F1-76A73D9A33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73979" y="0"/>
            <a:ext cx="518021" cy="540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4057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02842DD-9101-0D4A-D003-83DF3BAFB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DC0B9-BCA9-44E2-A6E5-C5A3C9C0A45F}" type="datetimeFigureOut">
              <a:rPr lang="ko-KR" altLang="en-US" smtClean="0"/>
              <a:t>2026. 7. 11.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4784032-E021-6E74-DE22-F7B630EE9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0389F1-2995-F8C7-B945-59EC8C945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70A68-3198-4BFC-9CE8-DC9F258BB6E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631D8E-16F0-5512-9916-CECD97A51CC4}"/>
              </a:ext>
            </a:extLst>
          </p:cNvPr>
          <p:cNvSpPr txBox="1"/>
          <p:nvPr userDrawn="1"/>
        </p:nvSpPr>
        <p:spPr>
          <a:xfrm>
            <a:off x="3631006" y="2921169"/>
            <a:ext cx="49299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0"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Thank you</a:t>
            </a:r>
            <a:endParaRPr lang="ko-KR" altLang="en-US" sz="6000">
              <a:latin typeface="나눔스퀘어 네오 Heavy" panose="00000A00000000000000" pitchFamily="2" charset="-127"/>
              <a:ea typeface="나눔스퀘어 네오 Heavy" panose="00000A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A2A91F3-E2FD-1846-2E8E-438033C2FB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73979" y="0"/>
            <a:ext cx="518021" cy="540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3563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_m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02842DD-9101-0D4A-D003-83DF3BAFB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DC0B9-BCA9-44E2-A6E5-C5A3C9C0A45F}" type="datetimeFigureOut">
              <a:rPr lang="ko-KR" altLang="en-US" smtClean="0"/>
              <a:t>2026. 7. 11.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4784032-E021-6E74-DE22-F7B630EE9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0389F1-2995-F8C7-B945-59EC8C945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70A68-3198-4BFC-9CE8-DC9F258BB6E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631D8E-16F0-5512-9916-CECD97A51CC4}"/>
              </a:ext>
            </a:extLst>
          </p:cNvPr>
          <p:cNvSpPr txBox="1"/>
          <p:nvPr userDrawn="1"/>
        </p:nvSpPr>
        <p:spPr>
          <a:xfrm>
            <a:off x="162775" y="182224"/>
            <a:ext cx="26046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3600">
                <a:solidFill>
                  <a:schemeClr val="tx2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About me</a:t>
            </a:r>
            <a:endParaRPr lang="ko-KR" altLang="en-US" sz="3600">
              <a:solidFill>
                <a:schemeClr val="tx2"/>
              </a:solidFill>
              <a:latin typeface="나눔스퀘어 네오 Heavy" panose="00000A00000000000000" pitchFamily="2" charset="-127"/>
              <a:ea typeface="나눔스퀘어 네오 Heavy" panose="00000A00000000000000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70BF823-6D78-E25A-5206-7FC960AFF2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7671290" y="2140744"/>
            <a:ext cx="4520710" cy="47172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B341A36-997E-7336-08E4-2B71556D66A6}"/>
              </a:ext>
            </a:extLst>
          </p:cNvPr>
          <p:cNvSpPr txBox="1"/>
          <p:nvPr userDrawn="1"/>
        </p:nvSpPr>
        <p:spPr>
          <a:xfrm>
            <a:off x="162775" y="828555"/>
            <a:ext cx="3932487" cy="5998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Department of Artificial Intelligence,</a:t>
            </a:r>
          </a:p>
          <a:p>
            <a:pPr>
              <a:lnSpc>
                <a:spcPct val="150000"/>
              </a:lnSpc>
            </a:pPr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Korea University, Seoul, Republic of Korea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A74BFC-EED8-2B35-EBD5-E75942EED39E}"/>
              </a:ext>
            </a:extLst>
          </p:cNvPr>
          <p:cNvSpPr txBox="1"/>
          <p:nvPr userDrawn="1"/>
        </p:nvSpPr>
        <p:spPr>
          <a:xfrm>
            <a:off x="0" y="6580407"/>
            <a:ext cx="2940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>
                <a:solidFill>
                  <a:schemeClr val="tx1">
                    <a:lumMod val="10000"/>
                    <a:lumOff val="90000"/>
                  </a:schemeClr>
                </a:solidFill>
              </a:rPr>
              <a:t>sites.google.com/view/drilab/home</a:t>
            </a:r>
          </a:p>
        </p:txBody>
      </p:sp>
      <p:sp>
        <p:nvSpPr>
          <p:cNvPr id="16" name="사각형: 둥근 한쪽 모서리 15">
            <a:extLst>
              <a:ext uri="{FF2B5EF4-FFF2-40B4-BE49-F238E27FC236}">
                <a16:creationId xmlns:a16="http://schemas.microsoft.com/office/drawing/2014/main" id="{4BF608A7-9354-D714-E8BD-621D26A6DCCE}"/>
              </a:ext>
            </a:extLst>
          </p:cNvPr>
          <p:cNvSpPr/>
          <p:nvPr userDrawn="1"/>
        </p:nvSpPr>
        <p:spPr>
          <a:xfrm rot="10800000">
            <a:off x="3835643" y="2080514"/>
            <a:ext cx="4520711" cy="2821686"/>
          </a:xfrm>
          <a:prstGeom prst="round1Rect">
            <a:avLst/>
          </a:prstGeom>
          <a:solidFill>
            <a:schemeClr val="bg1">
              <a:lumMod val="20000"/>
              <a:lumOff val="80000"/>
              <a:alpha val="71000"/>
            </a:schemeClr>
          </a:solidFill>
          <a:ln w="190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20BA7C95-6286-EA66-48F1-12F9061DA68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338" y="2319228"/>
            <a:ext cx="821062" cy="962466"/>
          </a:xfrm>
          <a:prstGeom prst="rect">
            <a:avLst/>
          </a:prstGeom>
        </p:spPr>
      </p:pic>
      <p:sp>
        <p:nvSpPr>
          <p:cNvPr id="24" name="텍스트 개체 틀 23">
            <a:extLst>
              <a:ext uri="{FF2B5EF4-FFF2-40B4-BE49-F238E27FC236}">
                <a16:creationId xmlns:a16="http://schemas.microsoft.com/office/drawing/2014/main" id="{24609EE2-616C-BF8F-E97B-5E7BA9751E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31762" y="2319235"/>
            <a:ext cx="3442189" cy="554243"/>
          </a:xfrm>
        </p:spPr>
        <p:txBody>
          <a:bodyPr anchor="ctr" anchorCtr="0">
            <a:noAutofit/>
          </a:bodyPr>
          <a:lstStyle>
            <a:lvl1pPr algn="l">
              <a:buNone/>
              <a:defRPr sz="360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</a:lstStyle>
          <a:p>
            <a:pPr lvl="0"/>
            <a:r>
              <a:rPr lang="ko-KR" altLang="en-US"/>
              <a:t>고</a:t>
            </a:r>
            <a:r>
              <a:rPr lang="en-US" altLang="ko-KR"/>
              <a:t>OO</a:t>
            </a:r>
            <a:endParaRPr lang="ko-KR" altLang="en-US"/>
          </a:p>
        </p:txBody>
      </p:sp>
      <p:sp>
        <p:nvSpPr>
          <p:cNvPr id="25" name="텍스트 개체 틀 23">
            <a:extLst>
              <a:ext uri="{FF2B5EF4-FFF2-40B4-BE49-F238E27FC236}">
                <a16:creationId xmlns:a16="http://schemas.microsoft.com/office/drawing/2014/main" id="{7C394D96-3848-9849-F6A6-02657F3314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1762" y="2931534"/>
            <a:ext cx="3442189" cy="452231"/>
          </a:xfrm>
        </p:spPr>
        <p:txBody>
          <a:bodyPr anchor="ctr" anchorCtr="0">
            <a:noAutofit/>
          </a:bodyPr>
          <a:lstStyle>
            <a:lvl1pPr algn="l">
              <a:buNone/>
              <a:defRPr sz="280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</a:lstStyle>
          <a:p>
            <a:pPr lvl="0"/>
            <a:r>
              <a:rPr lang="en-US" altLang="ko-KR"/>
              <a:t>Kho</a:t>
            </a:r>
            <a:r>
              <a:rPr lang="ko-KR" altLang="en-US"/>
              <a:t> </a:t>
            </a:r>
            <a:r>
              <a:rPr lang="en-US" altLang="ko-KR"/>
              <a:t>OOOO</a:t>
            </a:r>
            <a:endParaRPr lang="ko-KR" altLang="en-US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B2986801-DA25-9F57-A47C-9D99828BB18C}"/>
              </a:ext>
            </a:extLst>
          </p:cNvPr>
          <p:cNvCxnSpPr>
            <a:cxnSpLocks/>
          </p:cNvCxnSpPr>
          <p:nvPr userDrawn="1"/>
        </p:nvCxnSpPr>
        <p:spPr>
          <a:xfrm>
            <a:off x="4031762" y="3429000"/>
            <a:ext cx="4121638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그림 27">
            <a:extLst>
              <a:ext uri="{FF2B5EF4-FFF2-40B4-BE49-F238E27FC236}">
                <a16:creationId xmlns:a16="http://schemas.microsoft.com/office/drawing/2014/main" id="{78F93A4E-EAF2-C0F3-A7D2-889F42CEB7B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151922" y="4285312"/>
            <a:ext cx="368789" cy="368789"/>
          </a:xfrm>
          <a:prstGeom prst="rect">
            <a:avLst/>
          </a:prstGeom>
        </p:spPr>
      </p:pic>
      <p:sp>
        <p:nvSpPr>
          <p:cNvPr id="29" name="텍스트 개체 틀 23">
            <a:extLst>
              <a:ext uri="{FF2B5EF4-FFF2-40B4-BE49-F238E27FC236}">
                <a16:creationId xmlns:a16="http://schemas.microsoft.com/office/drawing/2014/main" id="{0A463E82-BF10-5142-F96C-79646CCAC5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31762" y="3526175"/>
            <a:ext cx="4121638" cy="233278"/>
          </a:xfrm>
        </p:spPr>
        <p:txBody>
          <a:bodyPr anchor="ctr" anchorCtr="0">
            <a:noAutofit/>
          </a:bodyPr>
          <a:lstStyle>
            <a:lvl1pPr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Light" panose="00000400000000000000" pitchFamily="2" charset="-127"/>
                <a:ea typeface="나눔스퀘어 네오 Light" panose="00000400000000000000" pitchFamily="2" charset="-127"/>
              </a:defRPr>
            </a:lvl1pPr>
          </a:lstStyle>
          <a:p>
            <a:pPr lvl="0"/>
            <a:r>
              <a:rPr lang="en-US" altLang="ko-KR"/>
              <a:t>Surgical Robot Intelligence</a:t>
            </a:r>
            <a:endParaRPr lang="ko-KR" altLang="en-US"/>
          </a:p>
        </p:txBody>
      </p:sp>
      <p:sp>
        <p:nvSpPr>
          <p:cNvPr id="31" name="텍스트 개체 틀 23">
            <a:extLst>
              <a:ext uri="{FF2B5EF4-FFF2-40B4-BE49-F238E27FC236}">
                <a16:creationId xmlns:a16="http://schemas.microsoft.com/office/drawing/2014/main" id="{899B1CB2-24A8-882E-3758-F84D762EE7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31762" y="3803937"/>
            <a:ext cx="4121638" cy="233278"/>
          </a:xfrm>
        </p:spPr>
        <p:txBody>
          <a:bodyPr anchor="ctr" anchorCtr="0">
            <a:noAutofit/>
          </a:bodyPr>
          <a:lstStyle>
            <a:lvl1pPr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Light" panose="00000400000000000000" pitchFamily="2" charset="-127"/>
                <a:ea typeface="나눔스퀘어 네오 Light" panose="00000400000000000000" pitchFamily="2" charset="-127"/>
              </a:defRPr>
            </a:lvl1pPr>
          </a:lstStyle>
          <a:p>
            <a:pPr lvl="0"/>
            <a:r>
              <a:rPr lang="en-US" altLang="ko-KR"/>
              <a:t>Multi-Robot Systems</a:t>
            </a:r>
            <a:endParaRPr lang="ko-KR" altLang="en-US"/>
          </a:p>
        </p:txBody>
      </p:sp>
      <p:sp>
        <p:nvSpPr>
          <p:cNvPr id="32" name="텍스트 개체 틀 23">
            <a:extLst>
              <a:ext uri="{FF2B5EF4-FFF2-40B4-BE49-F238E27FC236}">
                <a16:creationId xmlns:a16="http://schemas.microsoft.com/office/drawing/2014/main" id="{854DBE8F-527C-18B8-5661-9B88AE389B2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53594" y="4284719"/>
            <a:ext cx="3599805" cy="369976"/>
          </a:xfrm>
        </p:spPr>
        <p:txBody>
          <a:bodyPr anchor="ctr" anchorCtr="0">
            <a:noAutofit/>
          </a:bodyPr>
          <a:lstStyle>
            <a:lvl1pPr algn="l">
              <a:buNone/>
              <a:defRPr sz="14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pPr lvl="0"/>
            <a:r>
              <a:rPr lang="en-US" altLang="ko-KR"/>
              <a:t>email@email.com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57303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_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02842DD-9101-0D4A-D003-83DF3BAFB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DC0B9-BCA9-44E2-A6E5-C5A3C9C0A45F}" type="datetimeFigureOut">
              <a:rPr lang="ko-KR" altLang="en-US" smtClean="0"/>
              <a:t>2026. 7. 11.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4784032-E021-6E74-DE22-F7B630EE9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0389F1-2995-F8C7-B945-59EC8C945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35803" y="6492883"/>
            <a:ext cx="2743200" cy="365125"/>
          </a:xfrm>
        </p:spPr>
        <p:txBody>
          <a:bodyPr/>
          <a:lstStyle/>
          <a:p>
            <a:fld id="{DAA70A68-3198-4BFC-9CE8-DC9F258BB6E2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70BF823-6D78-E25A-5206-7FC960AFF2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7671290" y="2140744"/>
            <a:ext cx="4520710" cy="47172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FA74BFC-EED8-2B35-EBD5-E75942EED39E}"/>
              </a:ext>
            </a:extLst>
          </p:cNvPr>
          <p:cNvSpPr txBox="1"/>
          <p:nvPr userDrawn="1"/>
        </p:nvSpPr>
        <p:spPr>
          <a:xfrm>
            <a:off x="0" y="6580407"/>
            <a:ext cx="2940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>
                <a:solidFill>
                  <a:schemeClr val="tx1">
                    <a:lumMod val="10000"/>
                    <a:lumOff val="90000"/>
                  </a:schemeClr>
                </a:solidFill>
              </a:rPr>
              <a:t>sites.google.com/view/drilab/home</a:t>
            </a:r>
          </a:p>
        </p:txBody>
      </p:sp>
      <p:sp>
        <p:nvSpPr>
          <p:cNvPr id="16" name="사각형: 둥근 한쪽 모서리 15">
            <a:extLst>
              <a:ext uri="{FF2B5EF4-FFF2-40B4-BE49-F238E27FC236}">
                <a16:creationId xmlns:a16="http://schemas.microsoft.com/office/drawing/2014/main" id="{4BF608A7-9354-D714-E8BD-621D26A6DCCE}"/>
              </a:ext>
            </a:extLst>
          </p:cNvPr>
          <p:cNvSpPr/>
          <p:nvPr userDrawn="1"/>
        </p:nvSpPr>
        <p:spPr>
          <a:xfrm rot="10800000">
            <a:off x="1345741" y="961924"/>
            <a:ext cx="4520711" cy="2821686"/>
          </a:xfrm>
          <a:prstGeom prst="round1Rect">
            <a:avLst/>
          </a:prstGeom>
          <a:solidFill>
            <a:schemeClr val="bg1">
              <a:lumMod val="20000"/>
              <a:lumOff val="80000"/>
              <a:alpha val="71000"/>
            </a:schemeClr>
          </a:solidFill>
          <a:ln w="190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20BA7C95-6286-EA66-48F1-12F9061DA68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2436" y="1200638"/>
            <a:ext cx="821062" cy="962466"/>
          </a:xfrm>
          <a:prstGeom prst="rect">
            <a:avLst/>
          </a:prstGeom>
        </p:spPr>
      </p:pic>
      <p:sp>
        <p:nvSpPr>
          <p:cNvPr id="24" name="텍스트 개체 틀 23">
            <a:extLst>
              <a:ext uri="{FF2B5EF4-FFF2-40B4-BE49-F238E27FC236}">
                <a16:creationId xmlns:a16="http://schemas.microsoft.com/office/drawing/2014/main" id="{24609EE2-616C-BF8F-E97B-5E7BA9751E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41860" y="1200645"/>
            <a:ext cx="3442189" cy="554243"/>
          </a:xfrm>
        </p:spPr>
        <p:txBody>
          <a:bodyPr anchor="ctr" anchorCtr="0">
            <a:noAutofit/>
          </a:bodyPr>
          <a:lstStyle>
            <a:lvl1pPr algn="l">
              <a:buNone/>
              <a:defRPr sz="360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</a:lstStyle>
          <a:p>
            <a:pPr lvl="0"/>
            <a:r>
              <a:rPr lang="ko-KR" altLang="en-US"/>
              <a:t>고</a:t>
            </a:r>
            <a:r>
              <a:rPr lang="en-US" altLang="ko-KR"/>
              <a:t>OO</a:t>
            </a:r>
            <a:endParaRPr lang="ko-KR" altLang="en-US"/>
          </a:p>
        </p:txBody>
      </p:sp>
      <p:sp>
        <p:nvSpPr>
          <p:cNvPr id="25" name="텍스트 개체 틀 23">
            <a:extLst>
              <a:ext uri="{FF2B5EF4-FFF2-40B4-BE49-F238E27FC236}">
                <a16:creationId xmlns:a16="http://schemas.microsoft.com/office/drawing/2014/main" id="{7C394D96-3848-9849-F6A6-02657F3314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41860" y="1812944"/>
            <a:ext cx="3442189" cy="452231"/>
          </a:xfrm>
        </p:spPr>
        <p:txBody>
          <a:bodyPr anchor="ctr" anchorCtr="0">
            <a:noAutofit/>
          </a:bodyPr>
          <a:lstStyle>
            <a:lvl1pPr algn="l">
              <a:buNone/>
              <a:defRPr sz="280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</a:lstStyle>
          <a:p>
            <a:pPr lvl="0"/>
            <a:r>
              <a:rPr lang="en-US" altLang="ko-KR"/>
              <a:t>Kho OOOO</a:t>
            </a:r>
            <a:endParaRPr lang="ko-KR" altLang="en-US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B2986801-DA25-9F57-A47C-9D99828BB18C}"/>
              </a:ext>
            </a:extLst>
          </p:cNvPr>
          <p:cNvCxnSpPr>
            <a:cxnSpLocks/>
          </p:cNvCxnSpPr>
          <p:nvPr userDrawn="1"/>
        </p:nvCxnSpPr>
        <p:spPr>
          <a:xfrm>
            <a:off x="1541860" y="2310410"/>
            <a:ext cx="4121638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그림 27">
            <a:extLst>
              <a:ext uri="{FF2B5EF4-FFF2-40B4-BE49-F238E27FC236}">
                <a16:creationId xmlns:a16="http://schemas.microsoft.com/office/drawing/2014/main" id="{78F93A4E-EAF2-C0F3-A7D2-889F42CEB7B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662020" y="3166722"/>
            <a:ext cx="368789" cy="368789"/>
          </a:xfrm>
          <a:prstGeom prst="rect">
            <a:avLst/>
          </a:prstGeom>
        </p:spPr>
      </p:pic>
      <p:sp>
        <p:nvSpPr>
          <p:cNvPr id="29" name="텍스트 개체 틀 23">
            <a:extLst>
              <a:ext uri="{FF2B5EF4-FFF2-40B4-BE49-F238E27FC236}">
                <a16:creationId xmlns:a16="http://schemas.microsoft.com/office/drawing/2014/main" id="{0A463E82-BF10-5142-F96C-79646CCAC5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1860" y="2407585"/>
            <a:ext cx="4121638" cy="233278"/>
          </a:xfrm>
        </p:spPr>
        <p:txBody>
          <a:bodyPr anchor="ctr" anchorCtr="0">
            <a:noAutofit/>
          </a:bodyPr>
          <a:lstStyle>
            <a:lvl1pPr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Light" panose="00000400000000000000" pitchFamily="2" charset="-127"/>
                <a:ea typeface="나눔스퀘어 네오 Light" panose="00000400000000000000" pitchFamily="2" charset="-127"/>
              </a:defRPr>
            </a:lvl1pPr>
          </a:lstStyle>
          <a:p>
            <a:pPr lvl="0"/>
            <a:r>
              <a:rPr lang="en-US" altLang="ko-KR"/>
              <a:t>Surgical Robot Intelligence</a:t>
            </a:r>
            <a:endParaRPr lang="ko-KR" altLang="en-US"/>
          </a:p>
        </p:txBody>
      </p:sp>
      <p:sp>
        <p:nvSpPr>
          <p:cNvPr id="31" name="텍스트 개체 틀 23">
            <a:extLst>
              <a:ext uri="{FF2B5EF4-FFF2-40B4-BE49-F238E27FC236}">
                <a16:creationId xmlns:a16="http://schemas.microsoft.com/office/drawing/2014/main" id="{899B1CB2-24A8-882E-3758-F84D762EE7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41860" y="2685347"/>
            <a:ext cx="4121638" cy="233278"/>
          </a:xfrm>
        </p:spPr>
        <p:txBody>
          <a:bodyPr anchor="ctr" anchorCtr="0">
            <a:noAutofit/>
          </a:bodyPr>
          <a:lstStyle>
            <a:lvl1pPr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Light" panose="00000400000000000000" pitchFamily="2" charset="-127"/>
                <a:ea typeface="나눔스퀘어 네오 Light" panose="00000400000000000000" pitchFamily="2" charset="-127"/>
              </a:defRPr>
            </a:lvl1pPr>
          </a:lstStyle>
          <a:p>
            <a:pPr lvl="0"/>
            <a:r>
              <a:rPr lang="en-US" altLang="ko-KR"/>
              <a:t>Multi-Robot Systems</a:t>
            </a:r>
            <a:endParaRPr lang="ko-KR" altLang="en-US"/>
          </a:p>
        </p:txBody>
      </p:sp>
      <p:sp>
        <p:nvSpPr>
          <p:cNvPr id="32" name="텍스트 개체 틀 23">
            <a:extLst>
              <a:ext uri="{FF2B5EF4-FFF2-40B4-BE49-F238E27FC236}">
                <a16:creationId xmlns:a16="http://schemas.microsoft.com/office/drawing/2014/main" id="{854DBE8F-527C-18B8-5661-9B88AE389B2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63692" y="3166129"/>
            <a:ext cx="3599805" cy="369976"/>
          </a:xfrm>
        </p:spPr>
        <p:txBody>
          <a:bodyPr anchor="ctr" anchorCtr="0">
            <a:noAutofit/>
          </a:bodyPr>
          <a:lstStyle>
            <a:lvl1pPr algn="l">
              <a:buNone/>
              <a:defRPr sz="14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pPr lvl="0"/>
            <a:r>
              <a:rPr lang="en-US" altLang="ko-KR"/>
              <a:t>email@email.com</a:t>
            </a:r>
            <a:endParaRPr lang="ko-KR" altLang="en-US"/>
          </a:p>
        </p:txBody>
      </p:sp>
      <p:sp>
        <p:nvSpPr>
          <p:cNvPr id="7" name="사각형: 둥근 한쪽 모서리 6">
            <a:extLst>
              <a:ext uri="{FF2B5EF4-FFF2-40B4-BE49-F238E27FC236}">
                <a16:creationId xmlns:a16="http://schemas.microsoft.com/office/drawing/2014/main" id="{C493184B-5A97-6007-679F-1AE1704BDC88}"/>
              </a:ext>
            </a:extLst>
          </p:cNvPr>
          <p:cNvSpPr/>
          <p:nvPr userDrawn="1"/>
        </p:nvSpPr>
        <p:spPr>
          <a:xfrm rot="10800000">
            <a:off x="6514152" y="961924"/>
            <a:ext cx="4520711" cy="2821686"/>
          </a:xfrm>
          <a:prstGeom prst="round1Rect">
            <a:avLst/>
          </a:prstGeom>
          <a:solidFill>
            <a:schemeClr val="bg1">
              <a:lumMod val="20000"/>
              <a:lumOff val="80000"/>
              <a:alpha val="71000"/>
            </a:schemeClr>
          </a:solidFill>
          <a:ln w="190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DAA7EE9-ACB5-C34C-4869-14C4342A43F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0847" y="1200638"/>
            <a:ext cx="821062" cy="962466"/>
          </a:xfrm>
          <a:prstGeom prst="rect">
            <a:avLst/>
          </a:prstGeom>
        </p:spPr>
      </p:pic>
      <p:sp>
        <p:nvSpPr>
          <p:cNvPr id="9" name="텍스트 개체 틀 23">
            <a:extLst>
              <a:ext uri="{FF2B5EF4-FFF2-40B4-BE49-F238E27FC236}">
                <a16:creationId xmlns:a16="http://schemas.microsoft.com/office/drawing/2014/main" id="{795C59A7-4B3B-35A7-A234-1351FF33282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10271" y="1200645"/>
            <a:ext cx="3442189" cy="554243"/>
          </a:xfrm>
        </p:spPr>
        <p:txBody>
          <a:bodyPr anchor="ctr" anchorCtr="0">
            <a:noAutofit/>
          </a:bodyPr>
          <a:lstStyle>
            <a:lvl1pPr algn="l">
              <a:buNone/>
              <a:defRPr sz="360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</a:lstStyle>
          <a:p>
            <a:pPr lvl="0"/>
            <a:r>
              <a:rPr lang="ko-KR" altLang="en-US"/>
              <a:t>이</a:t>
            </a:r>
            <a:r>
              <a:rPr lang="en-US" altLang="ko-KR"/>
              <a:t>OO</a:t>
            </a:r>
            <a:endParaRPr lang="ko-KR" altLang="en-US"/>
          </a:p>
        </p:txBody>
      </p:sp>
      <p:sp>
        <p:nvSpPr>
          <p:cNvPr id="10" name="텍스트 개체 틀 23">
            <a:extLst>
              <a:ext uri="{FF2B5EF4-FFF2-40B4-BE49-F238E27FC236}">
                <a16:creationId xmlns:a16="http://schemas.microsoft.com/office/drawing/2014/main" id="{95BFFB6E-487F-CD50-5339-D6DC8F155A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10271" y="1812944"/>
            <a:ext cx="3442189" cy="452231"/>
          </a:xfrm>
        </p:spPr>
        <p:txBody>
          <a:bodyPr anchor="ctr" anchorCtr="0">
            <a:noAutofit/>
          </a:bodyPr>
          <a:lstStyle>
            <a:lvl1pPr algn="l">
              <a:buNone/>
              <a:defRPr sz="280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</a:lstStyle>
          <a:p>
            <a:pPr lvl="0"/>
            <a:r>
              <a:rPr lang="en-US" altLang="ko-KR"/>
              <a:t>Lee OOOO</a:t>
            </a:r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3D5E49FC-57F9-09DE-C01D-9F98463A2A43}"/>
              </a:ext>
            </a:extLst>
          </p:cNvPr>
          <p:cNvCxnSpPr>
            <a:cxnSpLocks/>
          </p:cNvCxnSpPr>
          <p:nvPr userDrawn="1"/>
        </p:nvCxnSpPr>
        <p:spPr>
          <a:xfrm>
            <a:off x="6710271" y="2310410"/>
            <a:ext cx="4121638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08C7BF46-4D72-C437-58B4-171EC6667AA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830431" y="3166722"/>
            <a:ext cx="368789" cy="368789"/>
          </a:xfrm>
          <a:prstGeom prst="rect">
            <a:avLst/>
          </a:prstGeom>
        </p:spPr>
      </p:pic>
      <p:sp>
        <p:nvSpPr>
          <p:cNvPr id="15" name="텍스트 개체 틀 23">
            <a:extLst>
              <a:ext uri="{FF2B5EF4-FFF2-40B4-BE49-F238E27FC236}">
                <a16:creationId xmlns:a16="http://schemas.microsoft.com/office/drawing/2014/main" id="{8974E331-F1BF-9F0E-E3B8-71221563A9C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10271" y="2407585"/>
            <a:ext cx="4121638" cy="233278"/>
          </a:xfrm>
        </p:spPr>
        <p:txBody>
          <a:bodyPr anchor="ctr" anchorCtr="0">
            <a:noAutofit/>
          </a:bodyPr>
          <a:lstStyle>
            <a:lvl1pPr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Light" panose="00000400000000000000" pitchFamily="2" charset="-127"/>
                <a:ea typeface="나눔스퀘어 네오 Light" panose="00000400000000000000" pitchFamily="2" charset="-127"/>
              </a:defRPr>
            </a:lvl1pPr>
          </a:lstStyle>
          <a:p>
            <a:pPr lvl="0"/>
            <a:r>
              <a:rPr lang="en-US" altLang="ko-KR"/>
              <a:t>Surgical Robot Intelligence</a:t>
            </a:r>
            <a:endParaRPr lang="ko-KR" altLang="en-US"/>
          </a:p>
        </p:txBody>
      </p:sp>
      <p:sp>
        <p:nvSpPr>
          <p:cNvPr id="17" name="텍스트 개체 틀 23">
            <a:extLst>
              <a:ext uri="{FF2B5EF4-FFF2-40B4-BE49-F238E27FC236}">
                <a16:creationId xmlns:a16="http://schemas.microsoft.com/office/drawing/2014/main" id="{1A086C6A-EE46-4F3B-CC27-103021349A5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10271" y="2685347"/>
            <a:ext cx="4121638" cy="233278"/>
          </a:xfrm>
        </p:spPr>
        <p:txBody>
          <a:bodyPr anchor="ctr" anchorCtr="0">
            <a:noAutofit/>
          </a:bodyPr>
          <a:lstStyle>
            <a:lvl1pPr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Light" panose="00000400000000000000" pitchFamily="2" charset="-127"/>
                <a:ea typeface="나눔스퀘어 네오 Light" panose="00000400000000000000" pitchFamily="2" charset="-127"/>
              </a:defRPr>
            </a:lvl1pPr>
          </a:lstStyle>
          <a:p>
            <a:pPr lvl="0"/>
            <a:r>
              <a:rPr lang="en-US" altLang="ko-KR"/>
              <a:t>Multi-Robot Systems</a:t>
            </a:r>
            <a:endParaRPr lang="ko-KR" altLang="en-US"/>
          </a:p>
        </p:txBody>
      </p:sp>
      <p:sp>
        <p:nvSpPr>
          <p:cNvPr id="18" name="텍스트 개체 틀 23">
            <a:extLst>
              <a:ext uri="{FF2B5EF4-FFF2-40B4-BE49-F238E27FC236}">
                <a16:creationId xmlns:a16="http://schemas.microsoft.com/office/drawing/2014/main" id="{3C97FEC5-6F5B-3E14-3D1E-AA94E9E003E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32103" y="3166129"/>
            <a:ext cx="3599805" cy="369976"/>
          </a:xfrm>
        </p:spPr>
        <p:txBody>
          <a:bodyPr anchor="ctr" anchorCtr="0">
            <a:noAutofit/>
          </a:bodyPr>
          <a:lstStyle>
            <a:lvl1pPr algn="l">
              <a:buNone/>
              <a:defRPr sz="14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pPr lvl="0"/>
            <a:r>
              <a:rPr lang="en-US" altLang="ko-KR"/>
              <a:t>email@email.com</a:t>
            </a:r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E8BB3E-9C37-DA58-B40E-092675D8D1E9}"/>
              </a:ext>
            </a:extLst>
          </p:cNvPr>
          <p:cNvSpPr txBox="1"/>
          <p:nvPr userDrawn="1"/>
        </p:nvSpPr>
        <p:spPr>
          <a:xfrm>
            <a:off x="162775" y="182224"/>
            <a:ext cx="26046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3600">
                <a:solidFill>
                  <a:schemeClr val="tx2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About us</a:t>
            </a:r>
            <a:endParaRPr lang="ko-KR" altLang="en-US" sz="3600">
              <a:solidFill>
                <a:schemeClr val="tx2"/>
              </a:solidFill>
              <a:latin typeface="나눔스퀘어 네오 Heavy" panose="00000A00000000000000" pitchFamily="2" charset="-127"/>
              <a:ea typeface="나눔스퀘어 네오 Heavy" panose="00000A00000000000000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5AD8AF-E690-DADE-FBBA-C277D8AF86BE}"/>
              </a:ext>
            </a:extLst>
          </p:cNvPr>
          <p:cNvSpPr txBox="1"/>
          <p:nvPr userDrawn="1"/>
        </p:nvSpPr>
        <p:spPr>
          <a:xfrm>
            <a:off x="2538320" y="241695"/>
            <a:ext cx="3397084" cy="527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Department of Artificial Intelligence,</a:t>
            </a:r>
          </a:p>
          <a:p>
            <a:pPr>
              <a:lnSpc>
                <a:spcPct val="150000"/>
              </a:lnSpc>
            </a:pP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Korea University, Seoul, Republic of Korea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사각형: 둥근 한쪽 모서리 20">
            <a:extLst>
              <a:ext uri="{FF2B5EF4-FFF2-40B4-BE49-F238E27FC236}">
                <a16:creationId xmlns:a16="http://schemas.microsoft.com/office/drawing/2014/main" id="{2DE9CC8C-FF72-AA8E-E279-7142CE5DE1CE}"/>
              </a:ext>
            </a:extLst>
          </p:cNvPr>
          <p:cNvSpPr/>
          <p:nvPr userDrawn="1"/>
        </p:nvSpPr>
        <p:spPr>
          <a:xfrm rot="10800000">
            <a:off x="1345741" y="3909962"/>
            <a:ext cx="4520711" cy="2821686"/>
          </a:xfrm>
          <a:prstGeom prst="round1Rect">
            <a:avLst/>
          </a:prstGeom>
          <a:solidFill>
            <a:schemeClr val="bg1">
              <a:lumMod val="20000"/>
              <a:lumOff val="80000"/>
              <a:alpha val="71000"/>
            </a:schemeClr>
          </a:solidFill>
          <a:ln w="190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EC63E5CE-462A-15B2-2358-B76260492C0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2436" y="4148676"/>
            <a:ext cx="821062" cy="962466"/>
          </a:xfrm>
          <a:prstGeom prst="rect">
            <a:avLst/>
          </a:prstGeom>
        </p:spPr>
      </p:pic>
      <p:sp>
        <p:nvSpPr>
          <p:cNvPr id="26" name="텍스트 개체 틀 23">
            <a:extLst>
              <a:ext uri="{FF2B5EF4-FFF2-40B4-BE49-F238E27FC236}">
                <a16:creationId xmlns:a16="http://schemas.microsoft.com/office/drawing/2014/main" id="{EA95D7D0-1B81-5EC9-CAA9-5CD8F466687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41860" y="4148683"/>
            <a:ext cx="3442189" cy="554243"/>
          </a:xfrm>
        </p:spPr>
        <p:txBody>
          <a:bodyPr anchor="ctr" anchorCtr="0">
            <a:noAutofit/>
          </a:bodyPr>
          <a:lstStyle>
            <a:lvl1pPr algn="l">
              <a:buNone/>
              <a:defRPr sz="360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</a:lstStyle>
          <a:p>
            <a:pPr lvl="0"/>
            <a:r>
              <a:rPr lang="ko-KR" altLang="en-US"/>
              <a:t>조</a:t>
            </a:r>
            <a:r>
              <a:rPr lang="en-US" altLang="ko-KR"/>
              <a:t>OO</a:t>
            </a:r>
            <a:endParaRPr lang="ko-KR" altLang="en-US"/>
          </a:p>
        </p:txBody>
      </p:sp>
      <p:sp>
        <p:nvSpPr>
          <p:cNvPr id="30" name="텍스트 개체 틀 23">
            <a:extLst>
              <a:ext uri="{FF2B5EF4-FFF2-40B4-BE49-F238E27FC236}">
                <a16:creationId xmlns:a16="http://schemas.microsoft.com/office/drawing/2014/main" id="{0759FC77-9701-D9AF-72CF-D459CA45F9B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41860" y="4760982"/>
            <a:ext cx="3442189" cy="452231"/>
          </a:xfrm>
        </p:spPr>
        <p:txBody>
          <a:bodyPr anchor="ctr" anchorCtr="0">
            <a:noAutofit/>
          </a:bodyPr>
          <a:lstStyle>
            <a:lvl1pPr algn="l">
              <a:buNone/>
              <a:defRPr sz="280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</a:lstStyle>
          <a:p>
            <a:pPr lvl="0"/>
            <a:r>
              <a:rPr lang="en-US" altLang="ko-KR"/>
              <a:t>Cho OOOO</a:t>
            </a:r>
            <a:endParaRPr lang="ko-KR" altLang="en-US"/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12B9B70F-01F9-C177-5D9A-4AB0A617AC04}"/>
              </a:ext>
            </a:extLst>
          </p:cNvPr>
          <p:cNvCxnSpPr>
            <a:cxnSpLocks/>
          </p:cNvCxnSpPr>
          <p:nvPr userDrawn="1"/>
        </p:nvCxnSpPr>
        <p:spPr>
          <a:xfrm>
            <a:off x="1541860" y="5258448"/>
            <a:ext cx="4121638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그림 33">
            <a:extLst>
              <a:ext uri="{FF2B5EF4-FFF2-40B4-BE49-F238E27FC236}">
                <a16:creationId xmlns:a16="http://schemas.microsoft.com/office/drawing/2014/main" id="{2254EE5B-4005-3E4C-C3D1-F492DD8E046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662020" y="6114760"/>
            <a:ext cx="368789" cy="368789"/>
          </a:xfrm>
          <a:prstGeom prst="rect">
            <a:avLst/>
          </a:prstGeom>
        </p:spPr>
      </p:pic>
      <p:sp>
        <p:nvSpPr>
          <p:cNvPr id="35" name="텍스트 개체 틀 23">
            <a:extLst>
              <a:ext uri="{FF2B5EF4-FFF2-40B4-BE49-F238E27FC236}">
                <a16:creationId xmlns:a16="http://schemas.microsoft.com/office/drawing/2014/main" id="{9B7EF971-4FE4-4348-5D55-69D83207AB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41860" y="5355623"/>
            <a:ext cx="4121638" cy="233278"/>
          </a:xfrm>
        </p:spPr>
        <p:txBody>
          <a:bodyPr anchor="ctr" anchorCtr="0">
            <a:noAutofit/>
          </a:bodyPr>
          <a:lstStyle>
            <a:lvl1pPr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Light" panose="00000400000000000000" pitchFamily="2" charset="-127"/>
                <a:ea typeface="나눔스퀘어 네오 Light" panose="00000400000000000000" pitchFamily="2" charset="-127"/>
              </a:defRPr>
            </a:lvl1pPr>
          </a:lstStyle>
          <a:p>
            <a:pPr lvl="0"/>
            <a:r>
              <a:rPr lang="en-US" altLang="ko-KR"/>
              <a:t>Surgical Robot Intelligence</a:t>
            </a:r>
            <a:endParaRPr lang="ko-KR" altLang="en-US"/>
          </a:p>
        </p:txBody>
      </p:sp>
      <p:sp>
        <p:nvSpPr>
          <p:cNvPr id="36" name="텍스트 개체 틀 23">
            <a:extLst>
              <a:ext uri="{FF2B5EF4-FFF2-40B4-BE49-F238E27FC236}">
                <a16:creationId xmlns:a16="http://schemas.microsoft.com/office/drawing/2014/main" id="{A6CB0EC1-E2B9-E6B9-9760-1FDB0EA0379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41860" y="5633385"/>
            <a:ext cx="4121638" cy="233278"/>
          </a:xfrm>
        </p:spPr>
        <p:txBody>
          <a:bodyPr anchor="ctr" anchorCtr="0">
            <a:noAutofit/>
          </a:bodyPr>
          <a:lstStyle>
            <a:lvl1pPr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Light" panose="00000400000000000000" pitchFamily="2" charset="-127"/>
                <a:ea typeface="나눔스퀘어 네오 Light" panose="00000400000000000000" pitchFamily="2" charset="-127"/>
              </a:defRPr>
            </a:lvl1pPr>
          </a:lstStyle>
          <a:p>
            <a:pPr lvl="0"/>
            <a:r>
              <a:rPr lang="en-US" altLang="ko-KR"/>
              <a:t>Multi-Robot Systems</a:t>
            </a:r>
            <a:endParaRPr lang="ko-KR" altLang="en-US"/>
          </a:p>
        </p:txBody>
      </p:sp>
      <p:sp>
        <p:nvSpPr>
          <p:cNvPr id="37" name="텍스트 개체 틀 23">
            <a:extLst>
              <a:ext uri="{FF2B5EF4-FFF2-40B4-BE49-F238E27FC236}">
                <a16:creationId xmlns:a16="http://schemas.microsoft.com/office/drawing/2014/main" id="{E4F738C6-7CA5-8280-78C3-D8CDE088E04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063692" y="6114167"/>
            <a:ext cx="3599805" cy="369976"/>
          </a:xfrm>
        </p:spPr>
        <p:txBody>
          <a:bodyPr anchor="ctr" anchorCtr="0">
            <a:noAutofit/>
          </a:bodyPr>
          <a:lstStyle>
            <a:lvl1pPr algn="l">
              <a:buNone/>
              <a:defRPr sz="14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pPr lvl="0"/>
            <a:r>
              <a:rPr lang="en-US" altLang="ko-KR"/>
              <a:t>email@email.com</a:t>
            </a:r>
            <a:endParaRPr lang="ko-KR" altLang="en-US"/>
          </a:p>
        </p:txBody>
      </p:sp>
      <p:sp>
        <p:nvSpPr>
          <p:cNvPr id="38" name="사각형: 둥근 한쪽 모서리 37">
            <a:extLst>
              <a:ext uri="{FF2B5EF4-FFF2-40B4-BE49-F238E27FC236}">
                <a16:creationId xmlns:a16="http://schemas.microsoft.com/office/drawing/2014/main" id="{344EE85B-F56C-9303-2BF2-08B014EE6814}"/>
              </a:ext>
            </a:extLst>
          </p:cNvPr>
          <p:cNvSpPr/>
          <p:nvPr userDrawn="1"/>
        </p:nvSpPr>
        <p:spPr>
          <a:xfrm rot="10800000">
            <a:off x="6514152" y="3909962"/>
            <a:ext cx="4520711" cy="2821686"/>
          </a:xfrm>
          <a:prstGeom prst="round1Rect">
            <a:avLst/>
          </a:prstGeom>
          <a:solidFill>
            <a:schemeClr val="bg1">
              <a:lumMod val="20000"/>
              <a:lumOff val="80000"/>
              <a:alpha val="71000"/>
            </a:schemeClr>
          </a:solidFill>
          <a:ln w="190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14EBFAE0-04BA-59F1-C339-88556681C86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0847" y="4148676"/>
            <a:ext cx="821062" cy="962466"/>
          </a:xfrm>
          <a:prstGeom prst="rect">
            <a:avLst/>
          </a:prstGeom>
        </p:spPr>
      </p:pic>
      <p:sp>
        <p:nvSpPr>
          <p:cNvPr id="40" name="텍스트 개체 틀 23">
            <a:extLst>
              <a:ext uri="{FF2B5EF4-FFF2-40B4-BE49-F238E27FC236}">
                <a16:creationId xmlns:a16="http://schemas.microsoft.com/office/drawing/2014/main" id="{C5E64A58-9E69-1FC1-3230-2195DA1B22C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710271" y="4148683"/>
            <a:ext cx="3442189" cy="554243"/>
          </a:xfrm>
        </p:spPr>
        <p:txBody>
          <a:bodyPr anchor="ctr" anchorCtr="0">
            <a:noAutofit/>
          </a:bodyPr>
          <a:lstStyle>
            <a:lvl1pPr algn="l">
              <a:buNone/>
              <a:defRPr sz="360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</a:lstStyle>
          <a:p>
            <a:pPr lvl="0"/>
            <a:r>
              <a:rPr lang="ko-KR" altLang="en-US"/>
              <a:t>배</a:t>
            </a:r>
            <a:r>
              <a:rPr lang="en-US" altLang="ko-KR"/>
              <a:t>OO</a:t>
            </a:r>
            <a:endParaRPr lang="ko-KR" altLang="en-US"/>
          </a:p>
        </p:txBody>
      </p:sp>
      <p:sp>
        <p:nvSpPr>
          <p:cNvPr id="41" name="텍스트 개체 틀 23">
            <a:extLst>
              <a:ext uri="{FF2B5EF4-FFF2-40B4-BE49-F238E27FC236}">
                <a16:creationId xmlns:a16="http://schemas.microsoft.com/office/drawing/2014/main" id="{C03185AF-BCEE-4F9F-B606-82FC462EAC1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710271" y="4760982"/>
            <a:ext cx="3442189" cy="452231"/>
          </a:xfrm>
        </p:spPr>
        <p:txBody>
          <a:bodyPr anchor="ctr" anchorCtr="0">
            <a:noAutofit/>
          </a:bodyPr>
          <a:lstStyle>
            <a:lvl1pPr algn="l">
              <a:buNone/>
              <a:defRPr sz="280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</a:lstStyle>
          <a:p>
            <a:pPr lvl="0"/>
            <a:r>
              <a:rPr lang="en-US" altLang="ko-KR"/>
              <a:t>Bae OOOO</a:t>
            </a:r>
            <a:endParaRPr lang="ko-KR" altLang="en-US"/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D7500973-54DD-9A89-7A7E-4DE22B8CC224}"/>
              </a:ext>
            </a:extLst>
          </p:cNvPr>
          <p:cNvCxnSpPr>
            <a:cxnSpLocks/>
          </p:cNvCxnSpPr>
          <p:nvPr userDrawn="1"/>
        </p:nvCxnSpPr>
        <p:spPr>
          <a:xfrm>
            <a:off x="6710271" y="5258448"/>
            <a:ext cx="4121638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그림 42">
            <a:extLst>
              <a:ext uri="{FF2B5EF4-FFF2-40B4-BE49-F238E27FC236}">
                <a16:creationId xmlns:a16="http://schemas.microsoft.com/office/drawing/2014/main" id="{C1F43056-F5E8-799F-0C91-F6768D79505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830431" y="6114760"/>
            <a:ext cx="368789" cy="368789"/>
          </a:xfrm>
          <a:prstGeom prst="rect">
            <a:avLst/>
          </a:prstGeom>
        </p:spPr>
      </p:pic>
      <p:sp>
        <p:nvSpPr>
          <p:cNvPr id="44" name="텍스트 개체 틀 23">
            <a:extLst>
              <a:ext uri="{FF2B5EF4-FFF2-40B4-BE49-F238E27FC236}">
                <a16:creationId xmlns:a16="http://schemas.microsoft.com/office/drawing/2014/main" id="{86396D41-9BDA-2E8A-536D-3CD15C2EAE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10271" y="5355623"/>
            <a:ext cx="4121638" cy="233278"/>
          </a:xfrm>
        </p:spPr>
        <p:txBody>
          <a:bodyPr anchor="ctr" anchorCtr="0">
            <a:noAutofit/>
          </a:bodyPr>
          <a:lstStyle>
            <a:lvl1pPr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Light" panose="00000400000000000000" pitchFamily="2" charset="-127"/>
                <a:ea typeface="나눔스퀘어 네오 Light" panose="00000400000000000000" pitchFamily="2" charset="-127"/>
              </a:defRPr>
            </a:lvl1pPr>
          </a:lstStyle>
          <a:p>
            <a:pPr lvl="0"/>
            <a:r>
              <a:rPr lang="en-US" altLang="ko-KR"/>
              <a:t>Surgical Robot Intelligence</a:t>
            </a:r>
            <a:endParaRPr lang="ko-KR" altLang="en-US"/>
          </a:p>
        </p:txBody>
      </p:sp>
      <p:sp>
        <p:nvSpPr>
          <p:cNvPr id="45" name="텍스트 개체 틀 23">
            <a:extLst>
              <a:ext uri="{FF2B5EF4-FFF2-40B4-BE49-F238E27FC236}">
                <a16:creationId xmlns:a16="http://schemas.microsoft.com/office/drawing/2014/main" id="{77D9EFB4-DECC-9435-10BA-6BD67E8F04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710271" y="5633385"/>
            <a:ext cx="4121638" cy="233278"/>
          </a:xfrm>
        </p:spPr>
        <p:txBody>
          <a:bodyPr anchor="ctr" anchorCtr="0">
            <a:noAutofit/>
          </a:bodyPr>
          <a:lstStyle>
            <a:lvl1pPr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Light" panose="00000400000000000000" pitchFamily="2" charset="-127"/>
                <a:ea typeface="나눔스퀘어 네오 Light" panose="00000400000000000000" pitchFamily="2" charset="-127"/>
              </a:defRPr>
            </a:lvl1pPr>
          </a:lstStyle>
          <a:p>
            <a:pPr lvl="0"/>
            <a:r>
              <a:rPr lang="en-US" altLang="ko-KR"/>
              <a:t>Multi-Robot Systems</a:t>
            </a:r>
            <a:endParaRPr lang="ko-KR" altLang="en-US"/>
          </a:p>
        </p:txBody>
      </p:sp>
      <p:sp>
        <p:nvSpPr>
          <p:cNvPr id="46" name="텍스트 개체 틀 23">
            <a:extLst>
              <a:ext uri="{FF2B5EF4-FFF2-40B4-BE49-F238E27FC236}">
                <a16:creationId xmlns:a16="http://schemas.microsoft.com/office/drawing/2014/main" id="{3D25D35A-68D0-7AA7-B102-A7F46CFB7F6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232103" y="6114167"/>
            <a:ext cx="3599805" cy="369976"/>
          </a:xfrm>
        </p:spPr>
        <p:txBody>
          <a:bodyPr anchor="ctr" anchorCtr="0">
            <a:noAutofit/>
          </a:bodyPr>
          <a:lstStyle>
            <a:lvl1pPr algn="l">
              <a:buNone/>
              <a:defRPr sz="14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pPr lvl="0"/>
            <a:r>
              <a:rPr lang="en-US" altLang="ko-KR"/>
              <a:t>email@email.com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2343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83C59B-57C8-FA1F-FE8A-59708173A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024951-29C4-EADF-886D-00573D2DB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33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80C008C-59B7-3848-6A65-93E70CB52F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67" indent="0">
              <a:buNone/>
              <a:defRPr sz="1400"/>
            </a:lvl2pPr>
            <a:lvl3pPr marL="914332" indent="0">
              <a:buNone/>
              <a:defRPr sz="1200"/>
            </a:lvl3pPr>
            <a:lvl4pPr marL="1371498" indent="0">
              <a:buNone/>
              <a:defRPr sz="1000"/>
            </a:lvl4pPr>
            <a:lvl5pPr marL="1828664" indent="0">
              <a:buNone/>
              <a:defRPr sz="1000"/>
            </a:lvl5pPr>
            <a:lvl6pPr marL="2285830" indent="0">
              <a:buNone/>
              <a:defRPr sz="1000"/>
            </a:lvl6pPr>
            <a:lvl7pPr marL="2742994" indent="0">
              <a:buNone/>
              <a:defRPr sz="1000"/>
            </a:lvl7pPr>
            <a:lvl8pPr marL="3200160" indent="0">
              <a:buNone/>
              <a:defRPr sz="1000"/>
            </a:lvl8pPr>
            <a:lvl9pPr marL="3657327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A586604-6905-8248-B0E9-D2B623775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DC0B9-BCA9-44E2-A6E5-C5A3C9C0A45F}" type="datetimeFigureOut">
              <a:rPr lang="ko-KR" altLang="en-US" smtClean="0"/>
              <a:t>2026. 7. 11.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40C931D-8049-9AB2-E257-E1F9BFA14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F6FBDB-E303-FCB2-05BF-096D18C84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70A68-3198-4BFC-9CE8-DC9F258BB6E2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D1364CE-28EF-BCDB-B99C-AE9944DB47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73979" y="0"/>
            <a:ext cx="518021" cy="540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2180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943076-B905-969D-0AF7-D2316D1CF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2716895-CD42-708B-2A10-C2FC1644EF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33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67" indent="0">
              <a:buNone/>
              <a:defRPr sz="2800"/>
            </a:lvl2pPr>
            <a:lvl3pPr marL="914332" indent="0">
              <a:buNone/>
              <a:defRPr sz="2400"/>
            </a:lvl3pPr>
            <a:lvl4pPr marL="1371498" indent="0">
              <a:buNone/>
              <a:defRPr sz="2000"/>
            </a:lvl4pPr>
            <a:lvl5pPr marL="1828664" indent="0">
              <a:buNone/>
              <a:defRPr sz="2000"/>
            </a:lvl5pPr>
            <a:lvl6pPr marL="2285830" indent="0">
              <a:buNone/>
              <a:defRPr sz="2000"/>
            </a:lvl6pPr>
            <a:lvl7pPr marL="2742994" indent="0">
              <a:buNone/>
              <a:defRPr sz="2000"/>
            </a:lvl7pPr>
            <a:lvl8pPr marL="3200160" indent="0">
              <a:buNone/>
              <a:defRPr sz="2000"/>
            </a:lvl8pPr>
            <a:lvl9pPr marL="3657327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20E1418-75EB-1763-6A14-4285511DCD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67" indent="0">
              <a:buNone/>
              <a:defRPr sz="1400"/>
            </a:lvl2pPr>
            <a:lvl3pPr marL="914332" indent="0">
              <a:buNone/>
              <a:defRPr sz="1200"/>
            </a:lvl3pPr>
            <a:lvl4pPr marL="1371498" indent="0">
              <a:buNone/>
              <a:defRPr sz="1000"/>
            </a:lvl4pPr>
            <a:lvl5pPr marL="1828664" indent="0">
              <a:buNone/>
              <a:defRPr sz="1000"/>
            </a:lvl5pPr>
            <a:lvl6pPr marL="2285830" indent="0">
              <a:buNone/>
              <a:defRPr sz="1000"/>
            </a:lvl6pPr>
            <a:lvl7pPr marL="2742994" indent="0">
              <a:buNone/>
              <a:defRPr sz="1000"/>
            </a:lvl7pPr>
            <a:lvl8pPr marL="3200160" indent="0">
              <a:buNone/>
              <a:defRPr sz="1000"/>
            </a:lvl8pPr>
            <a:lvl9pPr marL="3657327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69B3010-23A8-57FB-62E7-E1CE6C4FD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DC0B9-BCA9-44E2-A6E5-C5A3C9C0A45F}" type="datetimeFigureOut">
              <a:rPr lang="ko-KR" altLang="en-US" smtClean="0"/>
              <a:t>2026. 7. 11.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D27ADE-6C30-B19F-B1F1-3F56905F6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1962F38-8A4D-18C2-2E01-FA45BD743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70A68-3198-4BFC-9CE8-DC9F258BB6E2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1556DD1-2B93-E741-F86D-D7F9E9227A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73979" y="0"/>
            <a:ext cx="518021" cy="540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9123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AA5865-6D32-10A6-FE62-BDD139025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B51ADB7-DDD9-9C9F-B864-87BD274C10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7265E5-6088-3B31-4596-BF327F834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DC0B9-BCA9-44E2-A6E5-C5A3C9C0A45F}" type="datetimeFigureOut">
              <a:rPr lang="ko-KR" altLang="en-US" smtClean="0"/>
              <a:t>2026. 7. 11.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810339-9F42-5C78-826F-A56B99CB7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408F06-16C8-C4F2-44F4-4AC3DA8E7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70A68-3198-4BFC-9CE8-DC9F258BB6E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8">
            <a:extLst>
              <a:ext uri="{FF2B5EF4-FFF2-40B4-BE49-F238E27FC236}">
                <a16:creationId xmlns:a16="http://schemas.microsoft.com/office/drawing/2014/main" id="{A6A3487A-5852-D3F9-FABA-F8ABD20416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82601"/>
            <a:ext cx="12192000" cy="238414"/>
          </a:xfrm>
        </p:spPr>
        <p:txBody>
          <a:bodyPr tIns="36000">
            <a:noAutofit/>
          </a:bodyPr>
          <a:lstStyle>
            <a:lvl1pPr>
              <a:buNone/>
              <a:defRPr sz="1400"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pPr lvl="0"/>
            <a:r>
              <a:rPr lang="ko-KR" altLang="en-US"/>
              <a:t>소제목 입력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136C318-03D2-35B3-1E09-ABCAB1CF4F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73979" y="0"/>
            <a:ext cx="518021" cy="540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2757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00F5300-392C-0A3A-4145-0163954AB3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5C0F4CB-8EAF-6B53-B8B2-518BA798DC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3DF39F-2E4F-DD76-415D-363C7C7FE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DC0B9-BCA9-44E2-A6E5-C5A3C9C0A45F}" type="datetimeFigureOut">
              <a:rPr lang="ko-KR" altLang="en-US" smtClean="0"/>
              <a:t>2026. 7. 11.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E12EC6-9C4E-4F72-222F-29CBB1E5B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4212E2-8220-0FC3-F6F3-17CC11060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70A68-3198-4BFC-9CE8-DC9F258BB6E2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312C1AE-62B5-146C-2E97-24BFD73450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73979" y="0"/>
            <a:ext cx="518021" cy="540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581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76D312-FBBD-911A-4FAA-258B3B3EB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9"/>
            <a:ext cx="12192000" cy="4450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99A54E-1250-C233-C4C5-E4BB1EC48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39800"/>
            <a:ext cx="12192000" cy="54549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99F5F5-0DA8-662B-F4D9-FFEA5D4A28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922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나눔스퀘어 네오 Light" panose="00000400000000000000" pitchFamily="2" charset="-127"/>
                <a:ea typeface="나눔스퀘어 네오 Light" panose="00000400000000000000" pitchFamily="2" charset="-127"/>
              </a:defRPr>
            </a:lvl1pPr>
          </a:lstStyle>
          <a:p>
            <a:fld id="{6DADC0B9-BCA9-44E2-A6E5-C5A3C9C0A45F}" type="datetimeFigureOut">
              <a:rPr lang="ko-KR" altLang="en-US" smtClean="0"/>
              <a:pPr/>
              <a:t>2026. 7. 11.</a:t>
            </a:fld>
            <a:endParaRPr lang="ko-KR" altLang="en-US">
              <a:latin typeface="나눔스퀘어 네오 Light" panose="00000400000000000000" pitchFamily="2" charset="-127"/>
              <a:ea typeface="나눔스퀘어 네오 Light" panose="00000400000000000000" pitchFamily="2" charset="-127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77D71A-9523-8527-119A-A83D2A4BF9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228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나눔스퀘어 네오 Light" panose="00000400000000000000" pitchFamily="2" charset="-127"/>
                <a:ea typeface="나눔스퀘어 네오 Light" panose="00000400000000000000" pitchFamily="2" charset="-127"/>
              </a:defRPr>
            </a:lvl1pPr>
          </a:lstStyle>
          <a:p>
            <a:endParaRPr lang="ko-KR" altLang="en-US">
              <a:latin typeface="나눔스퀘어 네오 Light" panose="00000400000000000000" pitchFamily="2" charset="-127"/>
              <a:ea typeface="나눔스퀘어 네오 Light" panose="00000400000000000000" pitchFamily="2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0CC488-D01C-DB8A-37ED-62153D46F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8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나눔스퀘어 네오 Light" panose="00000400000000000000" pitchFamily="2" charset="-127"/>
                <a:ea typeface="나눔스퀘어 네오 Light" panose="00000400000000000000" pitchFamily="2" charset="-127"/>
              </a:defRPr>
            </a:lvl1pPr>
          </a:lstStyle>
          <a:p>
            <a:fld id="{DAA70A68-3198-4BFC-9CE8-DC9F258BB6E2}" type="slidenum">
              <a:rPr lang="ko-KR" altLang="en-US" smtClean="0"/>
              <a:pPr/>
              <a:t>‹#›</a:t>
            </a:fld>
            <a:endParaRPr lang="ko-KR" altLang="en-US">
              <a:latin typeface="나눔스퀘어 네오 Light" panose="00000400000000000000" pitchFamily="2" charset="-127"/>
              <a:ea typeface="나눔스퀘어 네오 Light" panose="000004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8404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0" r:id="rId3"/>
    <p:sldLayoutId id="2147483661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62" r:id="rId11"/>
    <p:sldLayoutId id="2147483664" r:id="rId12"/>
    <p:sldLayoutId id="2147483663" r:id="rId13"/>
    <p:sldLayoutId id="2147483665" r:id="rId14"/>
    <p:sldLayoutId id="2147483656" r:id="rId15"/>
    <p:sldLayoutId id="2147483657" r:id="rId16"/>
    <p:sldLayoutId id="2147483658" r:id="rId17"/>
    <p:sldLayoutId id="2147483659" r:id="rId18"/>
  </p:sldLayoutIdLst>
  <p:txStyles>
    <p:titleStyle>
      <a:lvl1pPr algn="l" defTabSz="914332" rtl="0" eaLnBrk="1" latinLnBrk="1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나눔스퀘어 네오 Heavy" panose="00000A00000000000000" pitchFamily="2" charset="-127"/>
          <a:ea typeface="나눔스퀘어 네오 Heavy" panose="00000A00000000000000" pitchFamily="2" charset="-127"/>
          <a:cs typeface="+mj-cs"/>
        </a:defRPr>
      </a:lvl1pPr>
    </p:titleStyle>
    <p:bodyStyle>
      <a:lvl1pPr marL="228584" indent="-228584" algn="l" defTabSz="914332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나눔스퀘어 네오 Regular" panose="00000500000000000000" pitchFamily="2" charset="-127"/>
          <a:ea typeface="나눔스퀘어 네오 Regular" panose="00000500000000000000" pitchFamily="2" charset="-127"/>
          <a:cs typeface="+mn-cs"/>
        </a:defRPr>
      </a:lvl1pPr>
      <a:lvl2pPr marL="685750" indent="-228584" algn="l" defTabSz="91433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나눔스퀘어 네오 Regular" panose="00000500000000000000" pitchFamily="2" charset="-127"/>
          <a:ea typeface="나눔스퀘어 네오 Regular" panose="00000500000000000000" pitchFamily="2" charset="-127"/>
          <a:cs typeface="+mn-cs"/>
        </a:defRPr>
      </a:lvl2pPr>
      <a:lvl3pPr marL="1142914" indent="-228584" algn="l" defTabSz="91433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스퀘어 네오 Regular" panose="00000500000000000000" pitchFamily="2" charset="-127"/>
          <a:ea typeface="나눔스퀘어 네오 Regular" panose="00000500000000000000" pitchFamily="2" charset="-127"/>
          <a:cs typeface="+mn-cs"/>
        </a:defRPr>
      </a:lvl3pPr>
      <a:lvl4pPr marL="1600080" indent="-228584" algn="l" defTabSz="91433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스퀘어 네오 Regular" panose="00000500000000000000" pitchFamily="2" charset="-127"/>
          <a:ea typeface="나눔스퀘어 네오 Regular" panose="00000500000000000000" pitchFamily="2" charset="-127"/>
          <a:cs typeface="+mn-cs"/>
        </a:defRPr>
      </a:lvl4pPr>
      <a:lvl5pPr marL="2057247" indent="-228584" algn="l" defTabSz="91433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스퀘어 네오 Regular" panose="00000500000000000000" pitchFamily="2" charset="-127"/>
          <a:ea typeface="나눔스퀘어 네오 Regular" panose="00000500000000000000" pitchFamily="2" charset="-127"/>
          <a:cs typeface="+mn-cs"/>
        </a:defRPr>
      </a:lvl5pPr>
      <a:lvl6pPr marL="2514412" indent="-228584" algn="l" defTabSz="91433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3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DA9648-F584-2876-1D80-55768F1EE3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B633F5-4ADD-5FA3-54F4-C76DDF7849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64DDED1-FB8F-1A5F-DCB0-BA33B0E276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2965E9C-9A92-6C90-FEB0-A90C0F19DB6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622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B445F0-A964-BCED-5744-AA17857837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F2DE968-736C-FC93-49E9-7B2BE1413B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263230C-4C76-05C7-4C0D-4B04559383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Woo Jye Lee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38D4A2D-4700-1BF7-A491-2B158763E2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9839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C1E386-4F1C-1590-210C-610368676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87AC1E-4521-CBD5-E16B-C36688A007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D314F1C-BD8A-3169-4F68-5CA33FBBD4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6CB3685-DD57-A89E-A9A2-2240F054C2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E70C24E-A00B-4398-8553-48E3A6BDC2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5B965B3-BBA4-AE81-4834-E2F4CCAEAD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C6632A2F-5DEC-2BBE-77ED-BC52D51D76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80C7785-C95E-6847-3174-FC982380AED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1AA8572D-FE5F-2602-8FD8-4A4264E7D9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7D360B13-6BD3-EAA8-82D8-E67AFD98171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66148E8E-85B3-0A34-F9F4-2DEB1C3FACD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3FC48DC7-9A93-A552-AA12-ED817D20DE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BC3BCD7A-5D2F-120B-3373-B86AEBF6668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8628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86A1F1-66B0-078B-F5E9-7A4B6357A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577D80-C07B-15B2-1EE0-E4454666CF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60B0A1-5DB3-C782-268E-9DE703144C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C9ED7E7-F721-60E5-9DC7-799EEC59D4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E03A545-75DA-36FC-D75F-DC04E51E48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D61BD2A3-321B-7B73-5535-39F6193F4B6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C56F48FC-DF27-CD82-9360-68FAFDD662A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38ACA128-D25D-AA7D-AE3B-E272228F567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4B897FFF-75DC-BD26-D36C-A04FE4F55D3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41808157-D7C6-B70F-8761-8909AF22560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96ED94BA-F689-F4B1-73E5-43F7F08E24F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73B61F4B-C8CC-6A93-756B-A81E81B5F28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D38E5F91-5C1B-6517-CCF0-826D58E8487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ECC4570-6DB7-8A99-A76E-AD7C9892C46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B867F9CA-350D-3BCC-537F-49CBF7FF014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CA86AF85-9D2E-5BF6-9AEE-78FBFE52C1C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8" name="텍스트 개체 틀 17">
            <a:extLst>
              <a:ext uri="{FF2B5EF4-FFF2-40B4-BE49-F238E27FC236}">
                <a16:creationId xmlns:a16="http://schemas.microsoft.com/office/drawing/2014/main" id="{0AA011C4-B5D6-EA06-84C1-C74D5B1CB86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9" name="텍스트 개체 틀 18">
            <a:extLst>
              <a:ext uri="{FF2B5EF4-FFF2-40B4-BE49-F238E27FC236}">
                <a16:creationId xmlns:a16="http://schemas.microsoft.com/office/drawing/2014/main" id="{D26C780A-6F7C-6999-B6CB-07C6EB853EF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A31282B3-6AE4-4EC0-BC89-BC3D499B18F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649D8487-756B-047A-2553-1135B99A15F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2" name="텍스트 개체 틀 21">
            <a:extLst>
              <a:ext uri="{FF2B5EF4-FFF2-40B4-BE49-F238E27FC236}">
                <a16:creationId xmlns:a16="http://schemas.microsoft.com/office/drawing/2014/main" id="{05A5020B-C2B9-D2C1-4564-DA48C1E1A07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2154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07CDC7-3FFE-A3DB-29D7-2FC67234D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EDFE00-2E3C-21C4-1FF0-5AF3453E9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A821F31-DAEE-22DE-03B2-40B955E05B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0634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95DD27-6B8D-0F9C-0212-453EE3140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31D947-725F-1F05-3402-DC0FAD2A12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0639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3F01A0-BC4D-443B-F419-285DEA337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503A7B-F69B-6326-8B56-BA46F0F602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6532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265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9000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5043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21075A4-4BA2-7185-F97E-75AA1409CD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이우제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51CA66-66F8-A212-7FA2-9E08F9C75E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Woo Jye Lee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1613BA-88ED-6900-32B8-21DF98A1153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29FEB67-4FD2-5665-E10F-C881F82FC45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3267FBF-4C5C-82C0-AC28-2E28CEDC96A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learnin9deeplearning@gmail.com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042519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6569F15-82BC-2B87-E1B4-91E01E4E73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497C5E-8155-C6D5-C59F-3AF352AD84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EE5B943-6EE7-02A3-C9D4-2323AD57D16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D72F26B-A518-FE30-8618-943FB88E957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68546E3-978A-37B2-64FE-C91EA43596D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86B00EE-D05C-63B5-4D46-F260023CE94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5B09DC9-FB20-60C4-5182-4CA99484571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57A6CC71-7769-2DBF-DC88-F400BB35DA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06775EE4-9829-0E45-5F53-7BD654BEDC9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1279706-F432-50E5-E4EA-73457B716A3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5635BE8C-AF24-87C6-73D3-23119422C9D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ED08EAF7-D7EC-F1AC-717F-53446BFFF75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6B2B5D6E-4471-90AB-0832-DAFC7B4DB05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682EDE7F-F791-4694-CB12-EE61420B2F8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5BD675A4-7B15-71E7-DFBA-B551A4D8948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538E4C64-87ED-8CFC-008A-2C59E619505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8" name="텍스트 개체 틀 17">
            <a:extLst>
              <a:ext uri="{FF2B5EF4-FFF2-40B4-BE49-F238E27FC236}">
                <a16:creationId xmlns:a16="http://schemas.microsoft.com/office/drawing/2014/main" id="{ACEA740B-F53F-2BFE-160E-AE91AAF4E9B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9" name="텍스트 개체 틀 18">
            <a:extLst>
              <a:ext uri="{FF2B5EF4-FFF2-40B4-BE49-F238E27FC236}">
                <a16:creationId xmlns:a16="http://schemas.microsoft.com/office/drawing/2014/main" id="{CC7F1200-3793-B242-5D9D-83C3005A188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8A5AB778-96CB-90EC-4B16-19CF812D0D6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727A6002-B675-227D-A56D-615B5A5DB03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007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크림슨_2">
      <a:dk1>
        <a:srgbClr val="1F1A1C"/>
      </a:dk1>
      <a:lt1>
        <a:srgbClr val="D6C9B1"/>
      </a:lt1>
      <a:dk2>
        <a:srgbClr val="7A1025"/>
      </a:dk2>
      <a:lt2>
        <a:srgbClr val="D6C9B1"/>
      </a:lt2>
      <a:accent1>
        <a:srgbClr val="50362E"/>
      </a:accent1>
      <a:accent2>
        <a:srgbClr val="FAE2D6"/>
      </a:accent2>
      <a:accent3>
        <a:srgbClr val="D4AF37"/>
      </a:accent3>
      <a:accent4>
        <a:srgbClr val="0F2E2E"/>
      </a:accent4>
      <a:accent5>
        <a:srgbClr val="A02B93"/>
      </a:accent5>
      <a:accent6>
        <a:srgbClr val="D8D8D8"/>
      </a:accent6>
      <a:hlink>
        <a:srgbClr val="467886"/>
      </a:hlink>
      <a:folHlink>
        <a:srgbClr val="96607D"/>
      </a:folHlink>
    </a:clrScheme>
    <a:fontScheme name="나눔스퀘어 네오">
      <a:majorFont>
        <a:latin typeface="나눔스퀘어 네오 Heavy"/>
        <a:ea typeface="나눔스퀘어 네오 Heavy"/>
        <a:cs typeface=""/>
      </a:majorFont>
      <a:minorFont>
        <a:latin typeface="나눔스퀘어 네오 Regular"/>
        <a:ea typeface="나눔스퀘어 네오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172</TotalTime>
  <Words>12</Words>
  <Application>Microsoft Macintosh PowerPoint</Application>
  <PresentationFormat>Widescreen</PresentationFormat>
  <Paragraphs>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맑은 고딕</vt:lpstr>
      <vt:lpstr>나눔스퀘어 네오 Light</vt:lpstr>
      <vt:lpstr>나눔스퀘어 네오 Heavy</vt:lpstr>
      <vt:lpstr>Arial</vt:lpstr>
      <vt:lpstr>나눔스퀘어 네오 Regular</vt:lpstr>
      <vt:lpstr>나눔스퀘어 네오 ExtraBold</vt:lpstr>
      <vt:lpstr>나눔스퀘어 네오 Bold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고건우</dc:creator>
  <cp:lastModifiedBy>우제 이</cp:lastModifiedBy>
  <cp:revision>112</cp:revision>
  <dcterms:created xsi:type="dcterms:W3CDTF">2026-02-20T07:08:27Z</dcterms:created>
  <dcterms:modified xsi:type="dcterms:W3CDTF">2026-07-11T07:21:06Z</dcterms:modified>
</cp:coreProperties>
</file>